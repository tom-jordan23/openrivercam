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4"/>
  </p:notesMasterIdLst>
  <p:handoutMasterIdLst>
    <p:handoutMasterId r:id="rId5"/>
  </p:handoutMasterIdLst>
  <p:sldIdLst>
    <p:sldId id="256" r:id="rId3"/>
    <p:sldId id="257" r:id="rId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Georgia" panose="02040502050405020303" pitchFamily="18" charset="0"/>
        <a:ea typeface="Geneva" panose="020B0503030404040204" pitchFamily="34" charset="0"/>
        <a:cs typeface="+mn-cs"/>
      </a:defRPr>
    </a:lvl1pPr>
    <a:lvl2pPr marL="457200" algn="l" defTabSz="457200" rtl="0" fontAlgn="base">
      <a:spcBef>
        <a:spcPct val="0"/>
      </a:spcBef>
      <a:spcAft>
        <a:spcPct val="0"/>
      </a:spcAft>
      <a:defRPr kern="1200">
        <a:solidFill>
          <a:schemeClr val="tx1"/>
        </a:solidFill>
        <a:latin typeface="Georgia" panose="02040502050405020303" pitchFamily="18" charset="0"/>
        <a:ea typeface="Geneva" panose="020B0503030404040204" pitchFamily="34" charset="0"/>
        <a:cs typeface="+mn-cs"/>
      </a:defRPr>
    </a:lvl2pPr>
    <a:lvl3pPr marL="914400" algn="l" defTabSz="457200" rtl="0" fontAlgn="base">
      <a:spcBef>
        <a:spcPct val="0"/>
      </a:spcBef>
      <a:spcAft>
        <a:spcPct val="0"/>
      </a:spcAft>
      <a:defRPr kern="1200">
        <a:solidFill>
          <a:schemeClr val="tx1"/>
        </a:solidFill>
        <a:latin typeface="Georgia" panose="02040502050405020303" pitchFamily="18" charset="0"/>
        <a:ea typeface="Geneva" panose="020B0503030404040204" pitchFamily="34" charset="0"/>
        <a:cs typeface="+mn-cs"/>
      </a:defRPr>
    </a:lvl3pPr>
    <a:lvl4pPr marL="1371600" algn="l" defTabSz="457200" rtl="0" fontAlgn="base">
      <a:spcBef>
        <a:spcPct val="0"/>
      </a:spcBef>
      <a:spcAft>
        <a:spcPct val="0"/>
      </a:spcAft>
      <a:defRPr kern="1200">
        <a:solidFill>
          <a:schemeClr val="tx1"/>
        </a:solidFill>
        <a:latin typeface="Georgia" panose="02040502050405020303" pitchFamily="18" charset="0"/>
        <a:ea typeface="Geneva" panose="020B0503030404040204" pitchFamily="34" charset="0"/>
        <a:cs typeface="+mn-cs"/>
      </a:defRPr>
    </a:lvl4pPr>
    <a:lvl5pPr marL="1828800" algn="l" defTabSz="457200" rtl="0" fontAlgn="base">
      <a:spcBef>
        <a:spcPct val="0"/>
      </a:spcBef>
      <a:spcAft>
        <a:spcPct val="0"/>
      </a:spcAft>
      <a:defRPr kern="1200">
        <a:solidFill>
          <a:schemeClr val="tx1"/>
        </a:solidFill>
        <a:latin typeface="Georgia" panose="02040502050405020303" pitchFamily="18" charset="0"/>
        <a:ea typeface="Geneva" panose="020B0503030404040204" pitchFamily="34" charset="0"/>
        <a:cs typeface="+mn-cs"/>
      </a:defRPr>
    </a:lvl5pPr>
    <a:lvl6pPr marL="2286000" algn="l" defTabSz="914400" rtl="0" eaLnBrk="1" latinLnBrk="0" hangingPunct="1">
      <a:defRPr kern="1200">
        <a:solidFill>
          <a:schemeClr val="tx1"/>
        </a:solidFill>
        <a:latin typeface="Georgia" panose="02040502050405020303" pitchFamily="18" charset="0"/>
        <a:ea typeface="Geneva" panose="020B0503030404040204" pitchFamily="34" charset="0"/>
        <a:cs typeface="+mn-cs"/>
      </a:defRPr>
    </a:lvl6pPr>
    <a:lvl7pPr marL="2743200" algn="l" defTabSz="914400" rtl="0" eaLnBrk="1" latinLnBrk="0" hangingPunct="1">
      <a:defRPr kern="1200">
        <a:solidFill>
          <a:schemeClr val="tx1"/>
        </a:solidFill>
        <a:latin typeface="Georgia" panose="02040502050405020303" pitchFamily="18" charset="0"/>
        <a:ea typeface="Geneva" panose="020B0503030404040204" pitchFamily="34" charset="0"/>
        <a:cs typeface="+mn-cs"/>
      </a:defRPr>
    </a:lvl7pPr>
    <a:lvl8pPr marL="3200400" algn="l" defTabSz="914400" rtl="0" eaLnBrk="1" latinLnBrk="0" hangingPunct="1">
      <a:defRPr kern="1200">
        <a:solidFill>
          <a:schemeClr val="tx1"/>
        </a:solidFill>
        <a:latin typeface="Georgia" panose="02040502050405020303" pitchFamily="18" charset="0"/>
        <a:ea typeface="Geneva" panose="020B0503030404040204" pitchFamily="34" charset="0"/>
        <a:cs typeface="+mn-cs"/>
      </a:defRPr>
    </a:lvl8pPr>
    <a:lvl9pPr marL="3657600" algn="l" defTabSz="914400" rtl="0" eaLnBrk="1" latinLnBrk="0" hangingPunct="1">
      <a:defRPr kern="1200">
        <a:solidFill>
          <a:schemeClr val="tx1"/>
        </a:solidFill>
        <a:latin typeface="Georgia" panose="02040502050405020303" pitchFamily="18" charset="0"/>
        <a:ea typeface="Geneva" panose="020B0503030404040204" pitchFamily="34" charset="0"/>
        <a:cs typeface="+mn-cs"/>
      </a:defRPr>
    </a:lvl9pPr>
  </p:defaultTextStyle>
  <p:extLst>
    <p:ext uri="{EFAFB233-063F-42B5-8137-9DF3F51BA10A}">
      <p15:sldGuideLst xmlns:p15="http://schemas.microsoft.com/office/powerpoint/2012/main">
        <p15:guide id="1" orient="horz" pos="1535">
          <p15:clr>
            <a:srgbClr val="A4A3A4"/>
          </p15:clr>
        </p15:guide>
        <p15:guide id="2" pos="284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12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6"/>
  </p:normalViewPr>
  <p:slideViewPr>
    <p:cSldViewPr snapToGrid="0" snapToObjects="1">
      <p:cViewPr varScale="1">
        <p:scale>
          <a:sx n="160" d="100"/>
          <a:sy n="160" d="100"/>
        </p:scale>
        <p:origin x="784" y="176"/>
      </p:cViewPr>
      <p:guideLst>
        <p:guide orient="horz" pos="1535"/>
        <p:guide pos="284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handoutMaster" Target="handoutMasters/handout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143754-24DD-B445-92B1-623B1471CBF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D287CFAD-30EA-544A-99C9-CF471ACFB22C}"/>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6CEDB5D7-A79D-8B4E-9F65-5F88694ED613}" type="datetimeFigureOut">
              <a:rPr lang="en-US" altLang="en-US"/>
              <a:pPr/>
              <a:t>7/1/25</a:t>
            </a:fld>
            <a:endParaRPr lang="en-US" altLang="en-US"/>
          </a:p>
        </p:txBody>
      </p:sp>
      <p:sp>
        <p:nvSpPr>
          <p:cNvPr id="4" name="Footer Placeholder 3">
            <a:extLst>
              <a:ext uri="{FF2B5EF4-FFF2-40B4-BE49-F238E27FC236}">
                <a16:creationId xmlns:a16="http://schemas.microsoft.com/office/drawing/2014/main" id="{251B63A0-D4B1-974A-AA2A-4E600D66040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82F515C4-8F31-674A-8128-3EBC9B16BFC7}"/>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79BD9800-F86B-A14A-AAFA-777C1EB037E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B307FA-40D1-EC43-8521-9227DB48F9C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933D8B54-E32F-8144-A490-CC8798E301FB}"/>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99A6A30D-3E3B-3A44-BF05-56A6E439BCD6}" type="datetimeFigureOut">
              <a:rPr lang="en-US" altLang="en-US"/>
              <a:pPr/>
              <a:t>7/1/25</a:t>
            </a:fld>
            <a:endParaRPr lang="en-US" altLang="en-US"/>
          </a:p>
        </p:txBody>
      </p:sp>
      <p:sp>
        <p:nvSpPr>
          <p:cNvPr id="4" name="Slide Image Placeholder 3">
            <a:extLst>
              <a:ext uri="{FF2B5EF4-FFF2-40B4-BE49-F238E27FC236}">
                <a16:creationId xmlns:a16="http://schemas.microsoft.com/office/drawing/2014/main" id="{7F0685E0-D70F-604D-BC62-4BB22396BE28}"/>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A20B7A9-F92C-C649-99D2-4AAC57F8F4B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AA9CBB4-A85D-E649-BC4E-1E217C175D1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D23C9AC3-6E57-FA45-A5F5-F823079D5D3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2C17235D-052D-8D4A-814A-87239FBFBEDE}"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Geneva" charset="0"/>
        <a:cs typeface="Geneva" charset="0"/>
      </a:defRPr>
    </a:lvl1pPr>
    <a:lvl2pPr marL="457200" algn="l" defTabSz="457200" rtl="0" eaLnBrk="0" fontAlgn="base" hangingPunct="0">
      <a:spcBef>
        <a:spcPct val="30000"/>
      </a:spcBef>
      <a:spcAft>
        <a:spcPct val="0"/>
      </a:spcAft>
      <a:defRPr sz="1200" kern="1200">
        <a:solidFill>
          <a:schemeClr val="tx1"/>
        </a:solidFill>
        <a:latin typeface="+mn-lt"/>
        <a:ea typeface="Geneva"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Geneva"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Geneva"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Geneva"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Text Placeholder 7"/>
          <p:cNvSpPr>
            <a:spLocks noGrp="1"/>
          </p:cNvSpPr>
          <p:nvPr>
            <p:ph type="body" sz="quarter" idx="12"/>
          </p:nvPr>
        </p:nvSpPr>
        <p:spPr>
          <a:xfrm>
            <a:off x="1349375" y="2368154"/>
            <a:ext cx="6445250" cy="1797844"/>
          </a:xfrm>
        </p:spPr>
        <p:txBody>
          <a:bodyPr>
            <a:normAutofit/>
          </a:bodyPr>
          <a:lstStyle>
            <a:lvl1pPr marL="0" indent="0" algn="ctr">
              <a:buNone/>
              <a:defRPr sz="3200"/>
            </a:lvl1pPr>
          </a:lstStyle>
          <a:p>
            <a:pPr lvl="0"/>
            <a:r>
              <a:rPr lang="en-US" dirty="0"/>
              <a:t>Click to edit Master text</a:t>
            </a:r>
          </a:p>
        </p:txBody>
      </p:sp>
      <p:pic>
        <p:nvPicPr>
          <p:cNvPr id="4" name="Picture 3">
            <a:extLst>
              <a:ext uri="{FF2B5EF4-FFF2-40B4-BE49-F238E27FC236}">
                <a16:creationId xmlns:a16="http://schemas.microsoft.com/office/drawing/2014/main" id="{0396ADB6-6B73-F02B-4BE3-96D2B36ACFD1}"/>
              </a:ext>
            </a:extLst>
          </p:cNvPr>
          <p:cNvPicPr>
            <a:picLocks noChangeAspect="1"/>
          </p:cNvPicPr>
          <p:nvPr userDrawn="1"/>
        </p:nvPicPr>
        <p:blipFill>
          <a:blip r:embed="rId2"/>
          <a:srcRect/>
          <a:stretch/>
        </p:blipFill>
        <p:spPr>
          <a:xfrm>
            <a:off x="2705195" y="618038"/>
            <a:ext cx="3733609" cy="1719072"/>
          </a:xfrm>
          <a:prstGeom prst="rect">
            <a:avLst/>
          </a:prstGeom>
        </p:spPr>
      </p:pic>
    </p:spTree>
    <p:extLst>
      <p:ext uri="{BB962C8B-B14F-4D97-AF65-F5344CB8AC3E}">
        <p14:creationId xmlns:p14="http://schemas.microsoft.com/office/powerpoint/2010/main" val="1103021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Title 1"/>
          <p:cNvSpPr>
            <a:spLocks noGrp="1"/>
          </p:cNvSpPr>
          <p:nvPr>
            <p:ph type="title"/>
          </p:nvPr>
        </p:nvSpPr>
        <p:spPr>
          <a:xfrm>
            <a:off x="457200" y="205979"/>
            <a:ext cx="8229600" cy="857250"/>
          </a:xfrm>
        </p:spPr>
        <p:txBody>
          <a:bodyPr/>
          <a:lstStyle>
            <a:lvl1pPr>
              <a:defRPr>
                <a:solidFill>
                  <a:schemeClr val="accent1"/>
                </a:solidFill>
              </a:defRPr>
            </a:lvl1pPr>
          </a:lstStyle>
          <a:p>
            <a:r>
              <a:rPr lang="en-US" dirty="0"/>
              <a:t>Click to edit Master title</a:t>
            </a:r>
          </a:p>
        </p:txBody>
      </p:sp>
      <p:sp>
        <p:nvSpPr>
          <p:cNvPr id="9" name="Content Placeholder 2"/>
          <p:cNvSpPr>
            <a:spLocks noGrp="1"/>
          </p:cNvSpPr>
          <p:nvPr>
            <p:ph sz="half" idx="1"/>
          </p:nvPr>
        </p:nvSpPr>
        <p:spPr>
          <a:xfrm>
            <a:off x="457201" y="1200151"/>
            <a:ext cx="3412270" cy="3046409"/>
          </a:xfrm>
        </p:spPr>
        <p:txBody>
          <a:bodyPr>
            <a:normAutofit/>
          </a:bodyPr>
          <a:lstStyle>
            <a:lvl1pPr marL="0" marR="0" indent="0" algn="r" defTabSz="457200" rtl="0" eaLnBrk="1" fontAlgn="base" latinLnBrk="0" hangingPunct="1">
              <a:lnSpc>
                <a:spcPct val="100000"/>
              </a:lnSpc>
              <a:spcBef>
                <a:spcPct val="20000"/>
              </a:spcBef>
              <a:spcAft>
                <a:spcPct val="0"/>
              </a:spcAft>
              <a:buClrTx/>
              <a:buSzTx/>
              <a:buFont typeface="Arial" charset="0"/>
              <a:buNone/>
              <a:tabLst/>
              <a:defRPr sz="2200">
                <a:latin typeface="Arial"/>
                <a:cs typeface="Arial"/>
              </a:defRPr>
            </a:lvl1pPr>
            <a:lvl2pPr marL="457200" indent="0" algn="r">
              <a:buNone/>
              <a:defRPr sz="2200"/>
            </a:lvl2pPr>
            <a:lvl3pPr marL="914400" indent="0" algn="r">
              <a:buNone/>
              <a:defRPr sz="2200"/>
            </a:lvl3pPr>
            <a:lvl4pPr marL="1371600" indent="0" algn="r">
              <a:buNone/>
              <a:defRPr sz="2200"/>
            </a:lvl4pPr>
            <a:lvl5pPr marL="1828800" indent="0" algn="r">
              <a:buNone/>
              <a:defRPr sz="2200"/>
            </a:lvl5pPr>
            <a:lvl6pPr>
              <a:defRPr sz="1800"/>
            </a:lvl6pPr>
            <a:lvl7pPr>
              <a:defRPr sz="1800"/>
            </a:lvl7pPr>
            <a:lvl8pPr>
              <a:defRPr sz="1800"/>
            </a:lvl8pPr>
            <a:lvl9pPr>
              <a:defRPr sz="1800"/>
            </a:lvl9pPr>
          </a:lstStyle>
          <a:p>
            <a:pPr lvl="0"/>
            <a:r>
              <a:rPr lang="en-US" dirty="0"/>
              <a:t>Click to edit Master text</a:t>
            </a:r>
          </a:p>
        </p:txBody>
      </p:sp>
      <p:sp>
        <p:nvSpPr>
          <p:cNvPr id="10" name="Content Placeholder 3"/>
          <p:cNvSpPr>
            <a:spLocks noGrp="1"/>
          </p:cNvSpPr>
          <p:nvPr>
            <p:ph sz="half" idx="2"/>
          </p:nvPr>
        </p:nvSpPr>
        <p:spPr>
          <a:xfrm>
            <a:off x="3988168" y="1200151"/>
            <a:ext cx="4698633" cy="3046409"/>
          </a:xfrm>
        </p:spPr>
        <p:txBody>
          <a:bodyPr>
            <a:normAutofit/>
          </a:bodyPr>
          <a:lstStyle>
            <a:lvl1pPr marL="0" indent="0" algn="l">
              <a:buNone/>
              <a:defRPr sz="2200">
                <a:latin typeface="Arial"/>
                <a:cs typeface="Arial"/>
              </a:defRPr>
            </a:lvl1pPr>
            <a:lvl2pPr marL="457200" indent="0" algn="l">
              <a:buNone/>
              <a:defRPr sz="2200"/>
            </a:lvl2pPr>
            <a:lvl3pPr marL="914400" indent="0" algn="l">
              <a:buNone/>
              <a:defRPr sz="2200"/>
            </a:lvl3pPr>
            <a:lvl4pPr marL="1371600" indent="0" algn="l">
              <a:buNone/>
              <a:defRPr sz="2200"/>
            </a:lvl4pPr>
            <a:lvl5pPr marL="1828800" indent="0" algn="l">
              <a:buNone/>
              <a:defRPr sz="1800"/>
            </a:lvl5pPr>
            <a:lvl6pPr>
              <a:defRPr sz="1800"/>
            </a:lvl6pPr>
            <a:lvl7pPr>
              <a:defRPr sz="1800"/>
            </a:lvl7pPr>
            <a:lvl8pPr>
              <a:defRPr sz="1800"/>
            </a:lvl8pPr>
            <a:lvl9pPr>
              <a:defRPr sz="1800"/>
            </a:lvl9pPr>
          </a:lstStyle>
          <a:p>
            <a:pPr lvl="0"/>
            <a:r>
              <a:rPr lang="en-US" dirty="0"/>
              <a:t>Click to edit Master text</a:t>
            </a:r>
          </a:p>
        </p:txBody>
      </p:sp>
      <p:sp>
        <p:nvSpPr>
          <p:cNvPr id="5" name="Footer Placeholder 4">
            <a:extLst>
              <a:ext uri="{FF2B5EF4-FFF2-40B4-BE49-F238E27FC236}">
                <a16:creationId xmlns:a16="http://schemas.microsoft.com/office/drawing/2014/main" id="{4385235A-7FA9-BD4E-B68F-106CD25C6420}"/>
              </a:ext>
            </a:extLst>
          </p:cNvPr>
          <p:cNvSpPr>
            <a:spLocks noGrp="1"/>
          </p:cNvSpPr>
          <p:nvPr>
            <p:ph type="ftr" sz="quarter" idx="10"/>
          </p:nvPr>
        </p:nvSpPr>
        <p:spPr/>
        <p:txBody>
          <a:bodyPr/>
          <a:lstStyle>
            <a:lvl1pPr>
              <a:defRPr/>
            </a:lvl1pPr>
          </a:lstStyle>
          <a:p>
            <a:pPr>
              <a:defRPr/>
            </a:pPr>
            <a:endParaRPr lang="en-US"/>
          </a:p>
        </p:txBody>
      </p:sp>
    </p:spTree>
    <p:extLst>
      <p:ext uri="{BB962C8B-B14F-4D97-AF65-F5344CB8AC3E}">
        <p14:creationId xmlns:p14="http://schemas.microsoft.com/office/powerpoint/2010/main" val="2192113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section">
    <p:spTree>
      <p:nvGrpSpPr>
        <p:cNvPr id="1" name=""/>
        <p:cNvGrpSpPr/>
        <p:nvPr/>
      </p:nvGrpSpPr>
      <p:grpSpPr>
        <a:xfrm>
          <a:off x="0" y="0"/>
          <a:ext cx="0" cy="0"/>
          <a:chOff x="0" y="0"/>
          <a:chExt cx="0" cy="0"/>
        </a:xfrm>
      </p:grpSpPr>
      <p:sp>
        <p:nvSpPr>
          <p:cNvPr id="7" name="Title 1"/>
          <p:cNvSpPr>
            <a:spLocks noGrp="1"/>
          </p:cNvSpPr>
          <p:nvPr>
            <p:ph type="title"/>
          </p:nvPr>
        </p:nvSpPr>
        <p:spPr>
          <a:xfrm>
            <a:off x="457200" y="2106676"/>
            <a:ext cx="8229600" cy="407684"/>
          </a:xfrm>
        </p:spPr>
        <p:txBody>
          <a:bodyPr anchor="t"/>
          <a:lstStyle>
            <a:lvl1pPr>
              <a:defRPr>
                <a:solidFill>
                  <a:schemeClr val="accent1"/>
                </a:solidFill>
              </a:defRPr>
            </a:lvl1pPr>
          </a:lstStyle>
          <a:p>
            <a:r>
              <a:rPr lang="en-US" dirty="0"/>
              <a:t>Click to edit Master title</a:t>
            </a:r>
          </a:p>
        </p:txBody>
      </p:sp>
      <p:sp>
        <p:nvSpPr>
          <p:cNvPr id="8" name="Content Placeholder 7"/>
          <p:cNvSpPr>
            <a:spLocks noGrp="1"/>
          </p:cNvSpPr>
          <p:nvPr>
            <p:ph sz="quarter" idx="12"/>
          </p:nvPr>
        </p:nvSpPr>
        <p:spPr>
          <a:xfrm>
            <a:off x="652955" y="1653102"/>
            <a:ext cx="7872413" cy="435769"/>
          </a:xfrm>
        </p:spPr>
        <p:txBody>
          <a:bodyPr anchor="b"/>
          <a:lstStyle>
            <a:lvl1pPr marL="0" indent="0" algn="ctr">
              <a:buNone/>
              <a:defRPr/>
            </a:lvl1pPr>
          </a:lstStyle>
          <a:p>
            <a:pPr lvl="0"/>
            <a:r>
              <a:rPr lang="en-US" dirty="0"/>
              <a:t>Click to edit Master text</a:t>
            </a:r>
          </a:p>
        </p:txBody>
      </p:sp>
      <p:sp>
        <p:nvSpPr>
          <p:cNvPr id="4" name="Footer Placeholder 4">
            <a:extLst>
              <a:ext uri="{FF2B5EF4-FFF2-40B4-BE49-F238E27FC236}">
                <a16:creationId xmlns:a16="http://schemas.microsoft.com/office/drawing/2014/main" id="{E03C48D3-DC5D-E849-BE5A-C673D6122955}"/>
              </a:ext>
            </a:extLst>
          </p:cNvPr>
          <p:cNvSpPr>
            <a:spLocks noGrp="1"/>
          </p:cNvSpPr>
          <p:nvPr>
            <p:ph type="ftr" sz="quarter" idx="13"/>
          </p:nvPr>
        </p:nvSpPr>
        <p:spPr/>
        <p:txBody>
          <a:bodyPr/>
          <a:lstStyle>
            <a:lvl1pPr>
              <a:defRPr/>
            </a:lvl1pPr>
          </a:lstStyle>
          <a:p>
            <a:pPr>
              <a:defRPr/>
            </a:pPr>
            <a:endParaRPr lang="en-US"/>
          </a:p>
        </p:txBody>
      </p:sp>
    </p:spTree>
    <p:extLst>
      <p:ext uri="{BB962C8B-B14F-4D97-AF65-F5344CB8AC3E}">
        <p14:creationId xmlns:p14="http://schemas.microsoft.com/office/powerpoint/2010/main" val="32576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9" name="Text Placeholder 8"/>
          <p:cNvSpPr>
            <a:spLocks noGrp="1"/>
          </p:cNvSpPr>
          <p:nvPr>
            <p:ph type="body" sz="quarter" idx="12"/>
          </p:nvPr>
        </p:nvSpPr>
        <p:spPr>
          <a:xfrm>
            <a:off x="457200" y="1194197"/>
            <a:ext cx="8229600" cy="3067050"/>
          </a:xfrm>
        </p:spPr>
        <p:txBody>
          <a:bodyPr/>
          <a:lstStyle/>
          <a:p>
            <a:pPr lvl="0"/>
            <a:r>
              <a:rPr lang="en-US" dirty="0"/>
              <a:t>Click to edit Master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B9A9A97B-8636-7C4A-A8E4-49D1755101DD}"/>
              </a:ext>
            </a:extLst>
          </p:cNvPr>
          <p:cNvSpPr>
            <a:spLocks noGrp="1"/>
          </p:cNvSpPr>
          <p:nvPr>
            <p:ph type="ftr" sz="quarter" idx="13"/>
          </p:nvPr>
        </p:nvSpPr>
        <p:spPr/>
        <p:txBody>
          <a:bodyPr/>
          <a:lstStyle>
            <a:lvl1pPr>
              <a:defRPr/>
            </a:lvl1pPr>
          </a:lstStyle>
          <a:p>
            <a:pPr>
              <a:defRPr/>
            </a:pPr>
            <a:endParaRPr lang="en-US"/>
          </a:p>
        </p:txBody>
      </p:sp>
      <p:sp>
        <p:nvSpPr>
          <p:cNvPr id="5" name="Slide Number Placeholder 8">
            <a:extLst>
              <a:ext uri="{FF2B5EF4-FFF2-40B4-BE49-F238E27FC236}">
                <a16:creationId xmlns:a16="http://schemas.microsoft.com/office/drawing/2014/main" id="{CEF30EF7-48AD-4143-8ADA-2B7D3101FBEC}"/>
              </a:ext>
            </a:extLst>
          </p:cNvPr>
          <p:cNvSpPr>
            <a:spLocks noGrp="1"/>
          </p:cNvSpPr>
          <p:nvPr>
            <p:ph type="sldNum" sz="quarter" idx="14"/>
          </p:nvPr>
        </p:nvSpPr>
        <p:spPr/>
        <p:txBody>
          <a:bodyPr/>
          <a:lstStyle>
            <a:lvl1pPr>
              <a:defRPr/>
            </a:lvl1pPr>
          </a:lstStyle>
          <a:p>
            <a:fld id="{86C816C5-B87D-1F42-A30B-923C7FF15AC6}" type="slidenum">
              <a:rPr lang="en-US" altLang="en-US"/>
              <a:pPr/>
              <a:t>‹#›</a:t>
            </a:fld>
            <a:endParaRPr lang="en-US" altLang="en-US"/>
          </a:p>
        </p:txBody>
      </p:sp>
    </p:spTree>
    <p:extLst>
      <p:ext uri="{BB962C8B-B14F-4D97-AF65-F5344CB8AC3E}">
        <p14:creationId xmlns:p14="http://schemas.microsoft.com/office/powerpoint/2010/main" val="2835535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5" name="Content Placeholder 2"/>
          <p:cNvSpPr>
            <a:spLocks noGrp="1"/>
          </p:cNvSpPr>
          <p:nvPr>
            <p:ph sz="half" idx="1"/>
          </p:nvPr>
        </p:nvSpPr>
        <p:spPr>
          <a:xfrm>
            <a:off x="457200" y="1200151"/>
            <a:ext cx="4038600" cy="3086306"/>
          </a:xfrm>
        </p:spPr>
        <p:txBody>
          <a:bodyPr/>
          <a:lstStyle>
            <a:lvl1pPr>
              <a:defRPr sz="2600"/>
            </a:lvl1pPr>
            <a:lvl2pPr>
              <a:defRPr sz="2400"/>
            </a:lvl2pPr>
            <a:lvl3pPr>
              <a:defRPr sz="22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2"/>
          </p:nvPr>
        </p:nvSpPr>
        <p:spPr>
          <a:xfrm>
            <a:off x="4648200" y="1200150"/>
            <a:ext cx="4038600" cy="3086307"/>
          </a:xfrm>
        </p:spPr>
        <p:txBody>
          <a:bodyPr/>
          <a:lstStyle>
            <a:lvl1pPr>
              <a:defRPr sz="2600"/>
            </a:lvl1pPr>
            <a:lvl2pPr>
              <a:defRPr sz="2400"/>
            </a:lvl2pPr>
            <a:lvl3pPr>
              <a:defRPr sz="22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3">
            <a:extLst>
              <a:ext uri="{FF2B5EF4-FFF2-40B4-BE49-F238E27FC236}">
                <a16:creationId xmlns:a16="http://schemas.microsoft.com/office/drawing/2014/main" id="{26FB1B93-B263-1448-911D-DC5426E360ED}"/>
              </a:ext>
            </a:extLst>
          </p:cNvPr>
          <p:cNvSpPr>
            <a:spLocks noGrp="1"/>
          </p:cNvSpPr>
          <p:nvPr>
            <p:ph type="ftr" sz="quarter" idx="10"/>
          </p:nvPr>
        </p:nvSpPr>
        <p:spPr/>
        <p:txBody>
          <a:bodyPr/>
          <a:lstStyle>
            <a:lvl1pPr>
              <a:defRPr/>
            </a:lvl1pPr>
          </a:lstStyle>
          <a:p>
            <a:pPr>
              <a:defRPr/>
            </a:pPr>
            <a:endParaRPr lang="en-US"/>
          </a:p>
        </p:txBody>
      </p:sp>
      <p:sp>
        <p:nvSpPr>
          <p:cNvPr id="8" name="Slide Number Placeholder 8">
            <a:extLst>
              <a:ext uri="{FF2B5EF4-FFF2-40B4-BE49-F238E27FC236}">
                <a16:creationId xmlns:a16="http://schemas.microsoft.com/office/drawing/2014/main" id="{59EB029D-92B9-3949-B2B4-7279A1A15387}"/>
              </a:ext>
            </a:extLst>
          </p:cNvPr>
          <p:cNvSpPr>
            <a:spLocks noGrp="1"/>
          </p:cNvSpPr>
          <p:nvPr>
            <p:ph type="sldNum" sz="quarter" idx="11"/>
          </p:nvPr>
        </p:nvSpPr>
        <p:spPr/>
        <p:txBody>
          <a:bodyPr/>
          <a:lstStyle>
            <a:lvl1pPr>
              <a:defRPr/>
            </a:lvl1pPr>
          </a:lstStyle>
          <a:p>
            <a:fld id="{241F6EB1-77E1-8745-AB25-831EAE796211}" type="slidenum">
              <a:rPr lang="en-US" altLang="en-US"/>
              <a:pPr/>
              <a:t>‹#›</a:t>
            </a:fld>
            <a:endParaRPr lang="en-US" altLang="en-US"/>
          </a:p>
        </p:txBody>
      </p:sp>
    </p:spTree>
    <p:extLst>
      <p:ext uri="{BB962C8B-B14F-4D97-AF65-F5344CB8AC3E}">
        <p14:creationId xmlns:p14="http://schemas.microsoft.com/office/powerpoint/2010/main" val="2570433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5" name="Text Placeholder 2"/>
          <p:cNvSpPr>
            <a:spLocks noGrp="1"/>
          </p:cNvSpPr>
          <p:nvPr>
            <p:ph type="body" idx="1"/>
          </p:nvPr>
        </p:nvSpPr>
        <p:spPr>
          <a:xfrm>
            <a:off x="457200" y="1151335"/>
            <a:ext cx="4040188" cy="479822"/>
          </a:xfrm>
        </p:spPr>
        <p:txBody>
          <a:bodyPr anchor="b">
            <a:noAutofit/>
          </a:bodyPr>
          <a:lstStyle>
            <a:lvl1pPr marL="0" indent="0">
              <a:buNone/>
              <a:defRPr sz="2000" b="1">
                <a:solidFill>
                  <a:srgbClr val="31323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6" name="Content Placeholder 3"/>
          <p:cNvSpPr>
            <a:spLocks noGrp="1"/>
          </p:cNvSpPr>
          <p:nvPr>
            <p:ph sz="half" idx="2"/>
          </p:nvPr>
        </p:nvSpPr>
        <p:spPr>
          <a:xfrm>
            <a:off x="457200" y="1631157"/>
            <a:ext cx="4040188" cy="2587273"/>
          </a:xfrm>
        </p:spPr>
        <p:txBody>
          <a:bodyPr/>
          <a:lstStyle>
            <a:lvl1pPr>
              <a:defRPr sz="2600"/>
            </a:lvl1pPr>
            <a:lvl2pPr>
              <a:defRPr sz="2400"/>
            </a:lvl2pPr>
            <a:lvl3pPr>
              <a:defRPr sz="2200"/>
            </a:lvl3pPr>
            <a:lvl4pPr>
              <a:defRPr sz="2000"/>
            </a:lvl4pPr>
            <a:lvl5pPr>
              <a:defRPr sz="1800"/>
            </a:lvl5pPr>
            <a:lvl6pPr>
              <a:defRPr sz="1600"/>
            </a:lvl6pPr>
            <a:lvl7pPr>
              <a:defRPr sz="1600"/>
            </a:lvl7pPr>
            <a:lvl8pPr>
              <a:defRPr sz="1600"/>
            </a:lvl8pPr>
            <a:lvl9pPr>
              <a:defRPr sz="1600"/>
            </a:lvl9pPr>
          </a:lstStyle>
          <a:p>
            <a:pPr lvl="0"/>
            <a:r>
              <a:rPr lang="en-US" dirty="0"/>
              <a:t>Click to edit Master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4"/>
          <p:cNvSpPr>
            <a:spLocks noGrp="1"/>
          </p:cNvSpPr>
          <p:nvPr>
            <p:ph type="body" sz="quarter" idx="3"/>
          </p:nvPr>
        </p:nvSpPr>
        <p:spPr>
          <a:xfrm>
            <a:off x="4645026" y="1151335"/>
            <a:ext cx="4041775" cy="479822"/>
          </a:xfrm>
        </p:spPr>
        <p:txBody>
          <a:bodyPr anchor="b">
            <a:normAutofit/>
          </a:bodyPr>
          <a:lstStyle>
            <a:lvl1pPr marL="0" indent="0">
              <a:buNone/>
              <a:defRPr sz="2000" b="1">
                <a:solidFill>
                  <a:srgbClr val="31323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8" name="Content Placeholder 5"/>
          <p:cNvSpPr>
            <a:spLocks noGrp="1"/>
          </p:cNvSpPr>
          <p:nvPr>
            <p:ph sz="quarter" idx="4"/>
          </p:nvPr>
        </p:nvSpPr>
        <p:spPr>
          <a:xfrm>
            <a:off x="4645026" y="1631157"/>
            <a:ext cx="4041775" cy="2587273"/>
          </a:xfrm>
        </p:spPr>
        <p:txBody>
          <a:bodyPr/>
          <a:lstStyle>
            <a:lvl1pPr>
              <a:defRPr sz="2600"/>
            </a:lvl1pPr>
            <a:lvl2pPr>
              <a:defRPr sz="2400"/>
            </a:lvl2pPr>
            <a:lvl3pPr>
              <a:defRPr sz="2200"/>
            </a:lvl3pPr>
            <a:lvl4pPr>
              <a:defRPr sz="2000"/>
            </a:lvl4pPr>
            <a:lvl5pPr>
              <a:defRPr sz="1800"/>
            </a:lvl5pPr>
            <a:lvl6pPr>
              <a:defRPr sz="1600"/>
            </a:lvl6pPr>
            <a:lvl7pPr>
              <a:defRPr sz="1600"/>
            </a:lvl7pPr>
            <a:lvl8pPr>
              <a:defRPr sz="1600"/>
            </a:lvl8pPr>
            <a:lvl9pPr>
              <a:defRPr sz="1600"/>
            </a:lvl9pPr>
          </a:lstStyle>
          <a:p>
            <a:pPr lvl="0"/>
            <a:r>
              <a:rPr lang="en-US" dirty="0"/>
              <a:t>Click to edit Master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a:extLst>
              <a:ext uri="{FF2B5EF4-FFF2-40B4-BE49-F238E27FC236}">
                <a16:creationId xmlns:a16="http://schemas.microsoft.com/office/drawing/2014/main" id="{6F4CDEA9-E3B5-AC40-8DCB-86CF89E6E0A6}"/>
              </a:ext>
            </a:extLst>
          </p:cNvPr>
          <p:cNvSpPr>
            <a:spLocks noGrp="1"/>
          </p:cNvSpPr>
          <p:nvPr>
            <p:ph type="ftr" sz="quarter" idx="10"/>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7779659E-6444-9944-AA87-F7D310CDCC88}"/>
              </a:ext>
            </a:extLst>
          </p:cNvPr>
          <p:cNvSpPr>
            <a:spLocks noGrp="1"/>
          </p:cNvSpPr>
          <p:nvPr>
            <p:ph type="sldNum" sz="quarter" idx="11"/>
          </p:nvPr>
        </p:nvSpPr>
        <p:spPr/>
        <p:txBody>
          <a:bodyPr/>
          <a:lstStyle>
            <a:lvl1pPr>
              <a:defRPr/>
            </a:lvl1pPr>
          </a:lstStyle>
          <a:p>
            <a:fld id="{BA4697C2-FD83-204A-AAC5-63EB349CC264}" type="slidenum">
              <a:rPr lang="en-US" altLang="en-US"/>
              <a:pPr/>
              <a:t>‹#›</a:t>
            </a:fld>
            <a:endParaRPr lang="en-US" altLang="en-US"/>
          </a:p>
        </p:txBody>
      </p:sp>
    </p:spTree>
    <p:extLst>
      <p:ext uri="{BB962C8B-B14F-4D97-AF65-F5344CB8AC3E}">
        <p14:creationId xmlns:p14="http://schemas.microsoft.com/office/powerpoint/2010/main" val="2950783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pic>
        <p:nvPicPr>
          <p:cNvPr id="3" name="Picture 9" descr="background-border2.png">
            <a:extLst>
              <a:ext uri="{FF2B5EF4-FFF2-40B4-BE49-F238E27FC236}">
                <a16:creationId xmlns:a16="http://schemas.microsoft.com/office/drawing/2014/main" id="{55076414-7B5F-222A-A980-DD2019BAB72E}"/>
              </a:ext>
            </a:extLst>
          </p:cNvPr>
          <p:cNvPicPr>
            <a:picLocks noChangeAspect="1"/>
          </p:cNvPicPr>
          <p:nvPr userDrawn="1"/>
        </p:nvPicPr>
        <p:blipFill>
          <a:blip r:embed="rId2">
            <a:lum contrast="-6000"/>
            <a:extLst>
              <a:ext uri="{28A0092B-C50C-407E-A947-70E740481C1C}">
                <a14:useLocalDpi xmlns:a14="http://schemas.microsoft.com/office/drawing/2010/main" val="0"/>
              </a:ext>
            </a:extLst>
          </a:blip>
          <a:srcRect/>
          <a:stretch>
            <a:fillRect/>
          </a:stretch>
        </p:blipFill>
        <p:spPr bwMode="auto">
          <a:xfrm rot="281056" flipH="1">
            <a:off x="3701112" y="834962"/>
            <a:ext cx="4637375" cy="3677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6" name="Picture Placeholder 14"/>
          <p:cNvSpPr>
            <a:spLocks noGrp="1"/>
          </p:cNvSpPr>
          <p:nvPr>
            <p:ph type="pic" sz="quarter" idx="12"/>
          </p:nvPr>
        </p:nvSpPr>
        <p:spPr>
          <a:xfrm rot="21575839">
            <a:off x="4320220" y="1341352"/>
            <a:ext cx="3456432" cy="2624328"/>
          </a:xfrm>
        </p:spPr>
        <p:txBody>
          <a:bodyPr rtlCol="0">
            <a:normAutofit/>
          </a:bodyPr>
          <a:lstStyle>
            <a:lvl1pPr marL="0" indent="0">
              <a:buNone/>
              <a:defRPr/>
            </a:lvl1pPr>
          </a:lstStyle>
          <a:p>
            <a:pPr lvl="0"/>
            <a:r>
              <a:rPr lang="en-US" noProof="0" dirty="0"/>
              <a:t>Drag picture to placeholder or click icon to add</a:t>
            </a:r>
          </a:p>
        </p:txBody>
      </p:sp>
      <p:sp>
        <p:nvSpPr>
          <p:cNvPr id="7" name="Content Placeholder 2"/>
          <p:cNvSpPr>
            <a:spLocks noGrp="1"/>
          </p:cNvSpPr>
          <p:nvPr>
            <p:ph sz="half" idx="1"/>
          </p:nvPr>
        </p:nvSpPr>
        <p:spPr>
          <a:xfrm>
            <a:off x="457201" y="1324521"/>
            <a:ext cx="2987285" cy="2922038"/>
          </a:xfrm>
        </p:spPr>
        <p:txBody>
          <a:bodyPr/>
          <a:lstStyle>
            <a:lvl1pPr>
              <a:defRPr sz="2600"/>
            </a:lvl1pPr>
            <a:lvl2pPr>
              <a:defRPr sz="2400"/>
            </a:lvl2pPr>
            <a:lvl3pPr>
              <a:defRPr sz="22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2">
            <a:extLst>
              <a:ext uri="{FF2B5EF4-FFF2-40B4-BE49-F238E27FC236}">
                <a16:creationId xmlns:a16="http://schemas.microsoft.com/office/drawing/2014/main" id="{9AC54567-4A6E-E14F-8491-5858C58465CB}"/>
              </a:ext>
            </a:extLst>
          </p:cNvPr>
          <p:cNvSpPr>
            <a:spLocks noGrp="1"/>
          </p:cNvSpPr>
          <p:nvPr>
            <p:ph type="ftr" sz="quarter" idx="13"/>
          </p:nvPr>
        </p:nvSpPr>
        <p:spPr/>
        <p:txBody>
          <a:bodyPr/>
          <a:lstStyle>
            <a:lvl1pPr>
              <a:defRPr/>
            </a:lvl1pPr>
          </a:lstStyle>
          <a:p>
            <a:pPr>
              <a:defRPr/>
            </a:pPr>
            <a:endParaRPr lang="en-US"/>
          </a:p>
        </p:txBody>
      </p:sp>
      <p:sp>
        <p:nvSpPr>
          <p:cNvPr id="9" name="Slide Number Placeholder 3">
            <a:extLst>
              <a:ext uri="{FF2B5EF4-FFF2-40B4-BE49-F238E27FC236}">
                <a16:creationId xmlns:a16="http://schemas.microsoft.com/office/drawing/2014/main" id="{CF0B5D63-5E7C-674E-8E36-DCE9FB6C9C33}"/>
              </a:ext>
            </a:extLst>
          </p:cNvPr>
          <p:cNvSpPr>
            <a:spLocks noGrp="1"/>
          </p:cNvSpPr>
          <p:nvPr>
            <p:ph type="sldNum" sz="quarter" idx="14"/>
          </p:nvPr>
        </p:nvSpPr>
        <p:spPr/>
        <p:txBody>
          <a:bodyPr/>
          <a:lstStyle>
            <a:lvl1pPr>
              <a:defRPr/>
            </a:lvl1pPr>
          </a:lstStyle>
          <a:p>
            <a:fld id="{5A0AF156-50FA-514C-8815-93E0A6F1C4A6}" type="slidenum">
              <a:rPr lang="en-US" altLang="en-US"/>
              <a:pPr/>
              <a:t>‹#›</a:t>
            </a:fld>
            <a:endParaRPr lang="en-US" altLang="en-US"/>
          </a:p>
        </p:txBody>
      </p:sp>
    </p:spTree>
    <p:extLst>
      <p:ext uri="{BB962C8B-B14F-4D97-AF65-F5344CB8AC3E}">
        <p14:creationId xmlns:p14="http://schemas.microsoft.com/office/powerpoint/2010/main" val="3435236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Note Card">
    <p:spTree>
      <p:nvGrpSpPr>
        <p:cNvPr id="1" name=""/>
        <p:cNvGrpSpPr/>
        <p:nvPr/>
      </p:nvGrpSpPr>
      <p:grpSpPr>
        <a:xfrm>
          <a:off x="0" y="0"/>
          <a:ext cx="0" cy="0"/>
          <a:chOff x="0" y="0"/>
          <a:chExt cx="0" cy="0"/>
        </a:xfrm>
      </p:grpSpPr>
      <p:sp>
        <p:nvSpPr>
          <p:cNvPr id="6" name="Text Placeholder 8"/>
          <p:cNvSpPr>
            <a:spLocks noGrp="1"/>
          </p:cNvSpPr>
          <p:nvPr>
            <p:ph type="body" sz="quarter" idx="12"/>
          </p:nvPr>
        </p:nvSpPr>
        <p:spPr>
          <a:xfrm>
            <a:off x="4980553" y="1841721"/>
            <a:ext cx="2739408" cy="1535255"/>
          </a:xfrm>
        </p:spPr>
        <p:txBody>
          <a:bodyPr>
            <a:noAutofit/>
          </a:bodyPr>
          <a:lstStyle>
            <a:lvl1pPr marL="0" indent="0">
              <a:buNone/>
              <a:defRPr sz="2000" baseline="0">
                <a:solidFill>
                  <a:srgbClr val="313231"/>
                </a:solidFill>
              </a:defRPr>
            </a:lvl1pPr>
            <a:lvl2pPr marL="457200" indent="0">
              <a:buNone/>
              <a:defRPr sz="2800"/>
            </a:lvl2pPr>
            <a:lvl3pPr marL="914400" indent="0">
              <a:buNone/>
              <a:defRPr sz="2800"/>
            </a:lvl3pPr>
            <a:lvl4pPr marL="1371600" indent="0">
              <a:buNone/>
              <a:defRPr sz="2800"/>
            </a:lvl4pPr>
            <a:lvl5pPr marL="1828800" indent="0">
              <a:buNone/>
              <a:defRPr sz="2800"/>
            </a:lvl5pPr>
          </a:lstStyle>
          <a:p>
            <a:pPr lvl="0"/>
            <a:r>
              <a:rPr lang="en-US" dirty="0"/>
              <a:t>Click to edit Master text</a:t>
            </a:r>
          </a:p>
        </p:txBody>
      </p:sp>
      <p:pic>
        <p:nvPicPr>
          <p:cNvPr id="3" name="Picture 9" descr="background-border2.png">
            <a:extLst>
              <a:ext uri="{FF2B5EF4-FFF2-40B4-BE49-F238E27FC236}">
                <a16:creationId xmlns:a16="http://schemas.microsoft.com/office/drawing/2014/main" id="{6230BF70-C688-7B34-052D-D5F0FF86A125}"/>
              </a:ext>
            </a:extLst>
          </p:cNvPr>
          <p:cNvPicPr>
            <a:picLocks noChangeAspect="1"/>
          </p:cNvPicPr>
          <p:nvPr userDrawn="1"/>
        </p:nvPicPr>
        <p:blipFill>
          <a:blip r:embed="rId2">
            <a:lum contrast="-6000"/>
            <a:extLst>
              <a:ext uri="{28A0092B-C50C-407E-A947-70E740481C1C}">
                <a14:useLocalDpi xmlns:a14="http://schemas.microsoft.com/office/drawing/2010/main" val="0"/>
              </a:ext>
            </a:extLst>
          </a:blip>
          <a:srcRect/>
          <a:stretch>
            <a:fillRect/>
          </a:stretch>
        </p:blipFill>
        <p:spPr bwMode="auto">
          <a:xfrm rot="154571" flipH="1">
            <a:off x="374303" y="865673"/>
            <a:ext cx="4637375" cy="3677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8" name="Picture Placeholder 14"/>
          <p:cNvSpPr>
            <a:spLocks noGrp="1"/>
          </p:cNvSpPr>
          <p:nvPr>
            <p:ph type="pic" sz="quarter" idx="13"/>
          </p:nvPr>
        </p:nvSpPr>
        <p:spPr>
          <a:xfrm rot="21448759">
            <a:off x="1001789" y="1362947"/>
            <a:ext cx="3456432" cy="2633472"/>
          </a:xfrm>
        </p:spPr>
        <p:txBody>
          <a:bodyPr rtlCol="0">
            <a:normAutofit/>
          </a:bodyPr>
          <a:lstStyle>
            <a:lvl1pPr marL="0">
              <a:buNone/>
              <a:defRPr/>
            </a:lvl1pPr>
          </a:lstStyle>
          <a:p>
            <a:pPr lvl="0"/>
            <a:r>
              <a:rPr lang="en-US" noProof="0" dirty="0"/>
              <a:t>Drag picture to placeholder or click icon to add</a:t>
            </a:r>
          </a:p>
        </p:txBody>
      </p:sp>
      <p:sp>
        <p:nvSpPr>
          <p:cNvPr id="9" name="Footer Placeholder 2">
            <a:extLst>
              <a:ext uri="{FF2B5EF4-FFF2-40B4-BE49-F238E27FC236}">
                <a16:creationId xmlns:a16="http://schemas.microsoft.com/office/drawing/2014/main" id="{D1DFFDD5-C24D-7547-BC80-23B43C100095}"/>
              </a:ext>
            </a:extLst>
          </p:cNvPr>
          <p:cNvSpPr>
            <a:spLocks noGrp="1"/>
          </p:cNvSpPr>
          <p:nvPr>
            <p:ph type="ftr" sz="quarter" idx="14"/>
          </p:nvPr>
        </p:nvSpPr>
        <p:spPr/>
        <p:txBody>
          <a:bodyPr/>
          <a:lstStyle>
            <a:lvl1pPr>
              <a:defRPr/>
            </a:lvl1pPr>
          </a:lstStyle>
          <a:p>
            <a:pPr>
              <a:defRPr/>
            </a:pPr>
            <a:endParaRPr lang="en-US"/>
          </a:p>
        </p:txBody>
      </p:sp>
      <p:sp>
        <p:nvSpPr>
          <p:cNvPr id="10" name="Slide Number Placeholder 3">
            <a:extLst>
              <a:ext uri="{FF2B5EF4-FFF2-40B4-BE49-F238E27FC236}">
                <a16:creationId xmlns:a16="http://schemas.microsoft.com/office/drawing/2014/main" id="{81896F7F-45DD-3A47-8053-BBDD2D89282B}"/>
              </a:ext>
            </a:extLst>
          </p:cNvPr>
          <p:cNvSpPr>
            <a:spLocks noGrp="1"/>
          </p:cNvSpPr>
          <p:nvPr>
            <p:ph type="sldNum" sz="quarter" idx="15"/>
          </p:nvPr>
        </p:nvSpPr>
        <p:spPr/>
        <p:txBody>
          <a:bodyPr/>
          <a:lstStyle>
            <a:lvl1pPr>
              <a:defRPr/>
            </a:lvl1pPr>
          </a:lstStyle>
          <a:p>
            <a:fld id="{C9D5B0DE-9C8C-264A-A403-0837C36028F4}" type="slidenum">
              <a:rPr lang="en-US" altLang="en-US"/>
              <a:pPr/>
              <a:t>‹#›</a:t>
            </a:fld>
            <a:endParaRPr lang="en-US" altLang="en-US"/>
          </a:p>
        </p:txBody>
      </p:sp>
    </p:spTree>
    <p:extLst>
      <p:ext uri="{BB962C8B-B14F-4D97-AF65-F5344CB8AC3E}">
        <p14:creationId xmlns:p14="http://schemas.microsoft.com/office/powerpoint/2010/main" val="2020111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5" name="Picture Placeholder 14"/>
          <p:cNvSpPr>
            <a:spLocks noGrp="1"/>
          </p:cNvSpPr>
          <p:nvPr>
            <p:ph type="pic" sz="quarter" idx="12"/>
          </p:nvPr>
        </p:nvSpPr>
        <p:spPr>
          <a:xfrm rot="21575839">
            <a:off x="4991445" y="1324004"/>
            <a:ext cx="3694928" cy="2936550"/>
          </a:xfrm>
          <a:ln>
            <a:noFill/>
          </a:ln>
        </p:spPr>
        <p:txBody>
          <a:bodyPr rtlCol="0">
            <a:normAutofit/>
          </a:bodyPr>
          <a:lstStyle>
            <a:lvl1pPr marL="0">
              <a:buNone/>
              <a:defRPr baseline="0"/>
            </a:lvl1pPr>
          </a:lstStyle>
          <a:p>
            <a:pPr lvl="0"/>
            <a:r>
              <a:rPr lang="en-US" noProof="0"/>
              <a:t>Drag picture to placeholder or click icon to add</a:t>
            </a:r>
            <a:endParaRPr lang="en-US" noProof="0" dirty="0"/>
          </a:p>
        </p:txBody>
      </p:sp>
      <p:sp>
        <p:nvSpPr>
          <p:cNvPr id="6" name="Content Placeholder 2"/>
          <p:cNvSpPr>
            <a:spLocks noGrp="1"/>
          </p:cNvSpPr>
          <p:nvPr>
            <p:ph sz="half" idx="1"/>
          </p:nvPr>
        </p:nvSpPr>
        <p:spPr>
          <a:xfrm>
            <a:off x="457200" y="1324521"/>
            <a:ext cx="4038600" cy="2945735"/>
          </a:xfrm>
        </p:spPr>
        <p:txBody>
          <a:bodyPr/>
          <a:lstStyle>
            <a:lvl1pPr>
              <a:defRPr sz="2600"/>
            </a:lvl1pPr>
            <a:lvl2pPr>
              <a:defRPr sz="2400"/>
            </a:lvl2pPr>
            <a:lvl3pPr>
              <a:defRPr sz="22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3">
            <a:extLst>
              <a:ext uri="{FF2B5EF4-FFF2-40B4-BE49-F238E27FC236}">
                <a16:creationId xmlns:a16="http://schemas.microsoft.com/office/drawing/2014/main" id="{6481954D-9AD5-8540-841D-9625F93C3DED}"/>
              </a:ext>
            </a:extLst>
          </p:cNvPr>
          <p:cNvSpPr>
            <a:spLocks noGrp="1"/>
          </p:cNvSpPr>
          <p:nvPr>
            <p:ph type="ftr" sz="quarter" idx="13"/>
          </p:nvPr>
        </p:nvSpPr>
        <p:spPr/>
        <p:txBody>
          <a:bodyPr/>
          <a:lstStyle>
            <a:lvl1pPr>
              <a:defRPr/>
            </a:lvl1pPr>
          </a:lstStyle>
          <a:p>
            <a:pPr>
              <a:defRPr/>
            </a:pPr>
            <a:endParaRPr lang="en-US"/>
          </a:p>
        </p:txBody>
      </p:sp>
      <p:sp>
        <p:nvSpPr>
          <p:cNvPr id="8" name="Slide Number Placeholder 8">
            <a:extLst>
              <a:ext uri="{FF2B5EF4-FFF2-40B4-BE49-F238E27FC236}">
                <a16:creationId xmlns:a16="http://schemas.microsoft.com/office/drawing/2014/main" id="{C68CD9A8-796A-2541-99D7-B46CDB5A446D}"/>
              </a:ext>
            </a:extLst>
          </p:cNvPr>
          <p:cNvSpPr>
            <a:spLocks noGrp="1"/>
          </p:cNvSpPr>
          <p:nvPr>
            <p:ph type="sldNum" sz="quarter" idx="14"/>
          </p:nvPr>
        </p:nvSpPr>
        <p:spPr/>
        <p:txBody>
          <a:bodyPr/>
          <a:lstStyle>
            <a:lvl1pPr>
              <a:defRPr/>
            </a:lvl1pPr>
          </a:lstStyle>
          <a:p>
            <a:fld id="{F868A95F-CAE5-1646-843B-12910DDB153D}" type="slidenum">
              <a:rPr lang="en-US" altLang="en-US"/>
              <a:pPr/>
              <a:t>‹#›</a:t>
            </a:fld>
            <a:endParaRPr lang="en-US" altLang="en-US"/>
          </a:p>
        </p:txBody>
      </p:sp>
    </p:spTree>
    <p:extLst>
      <p:ext uri="{BB962C8B-B14F-4D97-AF65-F5344CB8AC3E}">
        <p14:creationId xmlns:p14="http://schemas.microsoft.com/office/powerpoint/2010/main" val="1683248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rz Image">
    <p:spTree>
      <p:nvGrpSpPr>
        <p:cNvPr id="1" name=""/>
        <p:cNvGrpSpPr/>
        <p:nvPr/>
      </p:nvGrpSpPr>
      <p:grpSpPr>
        <a:xfrm>
          <a:off x="0" y="0"/>
          <a:ext cx="0" cy="0"/>
          <a:chOff x="0" y="0"/>
          <a:chExt cx="0" cy="0"/>
        </a:xfrm>
      </p:grpSpPr>
      <p:pic>
        <p:nvPicPr>
          <p:cNvPr id="3" name="Picture 9" descr="background-border2.png">
            <a:extLst>
              <a:ext uri="{FF2B5EF4-FFF2-40B4-BE49-F238E27FC236}">
                <a16:creationId xmlns:a16="http://schemas.microsoft.com/office/drawing/2014/main" id="{FB94030A-6A72-BD81-6BA6-10E0B32B2941}"/>
              </a:ext>
            </a:extLst>
          </p:cNvPr>
          <p:cNvPicPr>
            <a:picLocks noChangeAspect="1"/>
          </p:cNvPicPr>
          <p:nvPr userDrawn="1"/>
        </p:nvPicPr>
        <p:blipFill>
          <a:blip r:embed="rId2">
            <a:lum contrast="-6000"/>
            <a:extLst>
              <a:ext uri="{28A0092B-C50C-407E-A947-70E740481C1C}">
                <a14:useLocalDpi xmlns:a14="http://schemas.microsoft.com/office/drawing/2010/main" val="0"/>
              </a:ext>
            </a:extLst>
          </a:blip>
          <a:srcRect/>
          <a:stretch>
            <a:fillRect/>
          </a:stretch>
        </p:blipFill>
        <p:spPr bwMode="auto">
          <a:xfrm rot="281056" flipH="1">
            <a:off x="2125927" y="834963"/>
            <a:ext cx="4637375" cy="3677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6" name="Picture Placeholder 14"/>
          <p:cNvSpPr>
            <a:spLocks noGrp="1"/>
          </p:cNvSpPr>
          <p:nvPr>
            <p:ph type="pic" sz="quarter" idx="12"/>
          </p:nvPr>
        </p:nvSpPr>
        <p:spPr>
          <a:xfrm>
            <a:off x="2743201" y="1336616"/>
            <a:ext cx="3462184" cy="2624328"/>
          </a:xfrm>
        </p:spPr>
        <p:txBody>
          <a:bodyPr rtlCol="0">
            <a:normAutofit/>
          </a:bodyPr>
          <a:lstStyle>
            <a:lvl1pPr marL="0" indent="0">
              <a:buNone/>
              <a:defRPr/>
            </a:lvl1pPr>
          </a:lstStyle>
          <a:p>
            <a:pPr lvl="0"/>
            <a:r>
              <a:rPr lang="en-US" noProof="0" dirty="0"/>
              <a:t>Drag picture to placeholder or click icon to add</a:t>
            </a:r>
          </a:p>
        </p:txBody>
      </p:sp>
      <p:sp>
        <p:nvSpPr>
          <p:cNvPr id="5" name="Footer Placeholder 2">
            <a:extLst>
              <a:ext uri="{FF2B5EF4-FFF2-40B4-BE49-F238E27FC236}">
                <a16:creationId xmlns:a16="http://schemas.microsoft.com/office/drawing/2014/main" id="{35B01C0C-6577-B34F-BF63-65AF6F5CF434}"/>
              </a:ext>
            </a:extLst>
          </p:cNvPr>
          <p:cNvSpPr>
            <a:spLocks noGrp="1"/>
          </p:cNvSpPr>
          <p:nvPr>
            <p:ph type="ftr" sz="quarter" idx="13"/>
          </p:nvPr>
        </p:nvSpPr>
        <p:spPr/>
        <p:txBody>
          <a:bodyPr/>
          <a:lstStyle>
            <a:lvl1pPr>
              <a:defRPr/>
            </a:lvl1pPr>
          </a:lstStyle>
          <a:p>
            <a:pPr>
              <a:defRPr/>
            </a:pPr>
            <a:endParaRPr lang="en-US"/>
          </a:p>
        </p:txBody>
      </p:sp>
      <p:sp>
        <p:nvSpPr>
          <p:cNvPr id="7" name="Slide Number Placeholder 3">
            <a:extLst>
              <a:ext uri="{FF2B5EF4-FFF2-40B4-BE49-F238E27FC236}">
                <a16:creationId xmlns:a16="http://schemas.microsoft.com/office/drawing/2014/main" id="{5E13CF98-813A-E34E-8D86-41B36B004B1E}"/>
              </a:ext>
            </a:extLst>
          </p:cNvPr>
          <p:cNvSpPr>
            <a:spLocks noGrp="1"/>
          </p:cNvSpPr>
          <p:nvPr>
            <p:ph type="sldNum" sz="quarter" idx="14"/>
          </p:nvPr>
        </p:nvSpPr>
        <p:spPr/>
        <p:txBody>
          <a:bodyPr/>
          <a:lstStyle>
            <a:lvl1pPr>
              <a:defRPr/>
            </a:lvl1pPr>
          </a:lstStyle>
          <a:p>
            <a:fld id="{1DDA56D0-0027-094A-8E5D-36F831389459}" type="slidenum">
              <a:rPr lang="en-US" altLang="en-US"/>
              <a:pPr/>
              <a:t>‹#›</a:t>
            </a:fld>
            <a:endParaRPr lang="en-US" altLang="en-US"/>
          </a:p>
        </p:txBody>
      </p:sp>
    </p:spTree>
    <p:extLst>
      <p:ext uri="{BB962C8B-B14F-4D97-AF65-F5344CB8AC3E}">
        <p14:creationId xmlns:p14="http://schemas.microsoft.com/office/powerpoint/2010/main" val="662842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ote Card">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p:spPr>
        <p:txBody>
          <a:bodyPr/>
          <a:lstStyle>
            <a:lvl1pPr>
              <a:defRPr>
                <a:solidFill>
                  <a:schemeClr val="accent1"/>
                </a:solidFill>
              </a:defRPr>
            </a:lvl1pPr>
          </a:lstStyle>
          <a:p>
            <a:r>
              <a:rPr lang="en-US" dirty="0"/>
              <a:t>Click to edit Master title</a:t>
            </a:r>
          </a:p>
        </p:txBody>
      </p:sp>
      <p:sp>
        <p:nvSpPr>
          <p:cNvPr id="6" name="Text Placeholder 11"/>
          <p:cNvSpPr>
            <a:spLocks noGrp="1"/>
          </p:cNvSpPr>
          <p:nvPr>
            <p:ph type="body" sz="quarter" idx="12"/>
          </p:nvPr>
        </p:nvSpPr>
        <p:spPr>
          <a:xfrm>
            <a:off x="2237262" y="1925968"/>
            <a:ext cx="4669476" cy="1291565"/>
          </a:xfrm>
        </p:spPr>
        <p:txBody>
          <a:bodyPr anchor="ctr"/>
          <a:lstStyle>
            <a:lvl1pPr marL="0" indent="0" algn="ctr">
              <a:buNone/>
              <a:defRPr/>
            </a:lvl1pPr>
          </a:lstStyle>
          <a:p>
            <a:pPr lvl="0"/>
            <a:r>
              <a:rPr lang="en-US" dirty="0"/>
              <a:t>Click to edit Master text</a:t>
            </a:r>
          </a:p>
        </p:txBody>
      </p:sp>
      <p:sp>
        <p:nvSpPr>
          <p:cNvPr id="5" name="Footer Placeholder 2">
            <a:extLst>
              <a:ext uri="{FF2B5EF4-FFF2-40B4-BE49-F238E27FC236}">
                <a16:creationId xmlns:a16="http://schemas.microsoft.com/office/drawing/2014/main" id="{30D52EFA-172F-6043-A2B9-718F99E7C912}"/>
              </a:ext>
            </a:extLst>
          </p:cNvPr>
          <p:cNvSpPr>
            <a:spLocks noGrp="1"/>
          </p:cNvSpPr>
          <p:nvPr>
            <p:ph type="ftr" sz="quarter" idx="13"/>
          </p:nvPr>
        </p:nvSpPr>
        <p:spPr/>
        <p:txBody>
          <a:bodyPr/>
          <a:lstStyle>
            <a:lvl1pPr>
              <a:defRPr/>
            </a:lvl1pPr>
          </a:lstStyle>
          <a:p>
            <a:pPr>
              <a:defRPr/>
            </a:pPr>
            <a:endParaRPr lang="en-US"/>
          </a:p>
        </p:txBody>
      </p:sp>
      <p:sp>
        <p:nvSpPr>
          <p:cNvPr id="7" name="Slide Number Placeholder 3">
            <a:extLst>
              <a:ext uri="{FF2B5EF4-FFF2-40B4-BE49-F238E27FC236}">
                <a16:creationId xmlns:a16="http://schemas.microsoft.com/office/drawing/2014/main" id="{226905EF-1537-B840-9A2F-0267C0A6F1D6}"/>
              </a:ext>
            </a:extLst>
          </p:cNvPr>
          <p:cNvSpPr>
            <a:spLocks noGrp="1"/>
          </p:cNvSpPr>
          <p:nvPr>
            <p:ph type="sldNum" sz="quarter" idx="14"/>
          </p:nvPr>
        </p:nvSpPr>
        <p:spPr/>
        <p:txBody>
          <a:bodyPr/>
          <a:lstStyle>
            <a:lvl1pPr>
              <a:defRPr/>
            </a:lvl1pPr>
          </a:lstStyle>
          <a:p>
            <a:fld id="{131B42D2-C7A1-DA46-80A4-95D4D5AD86A4}" type="slidenum">
              <a:rPr lang="en-US" altLang="en-US"/>
              <a:pPr/>
              <a:t>‹#›</a:t>
            </a:fld>
            <a:endParaRPr lang="en-US" altLang="en-US"/>
          </a:p>
        </p:txBody>
      </p:sp>
    </p:spTree>
    <p:extLst>
      <p:ext uri="{BB962C8B-B14F-4D97-AF65-F5344CB8AC3E}">
        <p14:creationId xmlns:p14="http://schemas.microsoft.com/office/powerpoint/2010/main" val="439560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5" name="Chart Placeholder 3"/>
          <p:cNvSpPr>
            <a:spLocks noGrp="1"/>
          </p:cNvSpPr>
          <p:nvPr>
            <p:ph type="chart" sz="quarter" idx="12"/>
          </p:nvPr>
        </p:nvSpPr>
        <p:spPr>
          <a:xfrm>
            <a:off x="1214496" y="1307573"/>
            <a:ext cx="6718391" cy="2835186"/>
          </a:xfrm>
        </p:spPr>
        <p:txBody>
          <a:bodyPr rtlCol="0">
            <a:normAutofit/>
          </a:bodyPr>
          <a:lstStyle/>
          <a:p>
            <a:pPr lvl="0"/>
            <a:endParaRPr lang="en-US" noProof="0"/>
          </a:p>
        </p:txBody>
      </p:sp>
      <p:sp>
        <p:nvSpPr>
          <p:cNvPr id="4" name="Footer Placeholder 3">
            <a:extLst>
              <a:ext uri="{FF2B5EF4-FFF2-40B4-BE49-F238E27FC236}">
                <a16:creationId xmlns:a16="http://schemas.microsoft.com/office/drawing/2014/main" id="{0B3984BE-5F87-3148-9541-D42EB01EB8F0}"/>
              </a:ext>
            </a:extLst>
          </p:cNvPr>
          <p:cNvSpPr>
            <a:spLocks noGrp="1"/>
          </p:cNvSpPr>
          <p:nvPr>
            <p:ph type="ftr" sz="quarter" idx="13"/>
          </p:nvPr>
        </p:nvSpPr>
        <p:spPr/>
        <p:txBody>
          <a:bodyPr/>
          <a:lstStyle>
            <a:lvl1pPr>
              <a:defRPr/>
            </a:lvl1pPr>
          </a:lstStyle>
          <a:p>
            <a:pPr>
              <a:defRPr/>
            </a:pPr>
            <a:endParaRPr lang="en-US"/>
          </a:p>
        </p:txBody>
      </p:sp>
      <p:sp>
        <p:nvSpPr>
          <p:cNvPr id="6" name="Slide Number Placeholder 8">
            <a:extLst>
              <a:ext uri="{FF2B5EF4-FFF2-40B4-BE49-F238E27FC236}">
                <a16:creationId xmlns:a16="http://schemas.microsoft.com/office/drawing/2014/main" id="{77B841B3-B37E-984F-97C7-5B74783E43D1}"/>
              </a:ext>
            </a:extLst>
          </p:cNvPr>
          <p:cNvSpPr>
            <a:spLocks noGrp="1"/>
          </p:cNvSpPr>
          <p:nvPr>
            <p:ph type="sldNum" sz="quarter" idx="14"/>
          </p:nvPr>
        </p:nvSpPr>
        <p:spPr/>
        <p:txBody>
          <a:bodyPr/>
          <a:lstStyle>
            <a:lvl1pPr>
              <a:defRPr/>
            </a:lvl1pPr>
          </a:lstStyle>
          <a:p>
            <a:fld id="{7027E5D6-F11C-EE4A-A42A-54B416A44251}" type="slidenum">
              <a:rPr lang="en-US" altLang="en-US"/>
              <a:pPr/>
              <a:t>‹#›</a:t>
            </a:fld>
            <a:endParaRPr lang="en-US" altLang="en-US"/>
          </a:p>
        </p:txBody>
      </p:sp>
    </p:spTree>
    <p:extLst>
      <p:ext uri="{BB962C8B-B14F-4D97-AF65-F5344CB8AC3E}">
        <p14:creationId xmlns:p14="http://schemas.microsoft.com/office/powerpoint/2010/main" val="180665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a:t>
            </a:r>
          </a:p>
        </p:txBody>
      </p:sp>
      <p:sp>
        <p:nvSpPr>
          <p:cNvPr id="3" name="Footer Placeholder 3">
            <a:extLst>
              <a:ext uri="{FF2B5EF4-FFF2-40B4-BE49-F238E27FC236}">
                <a16:creationId xmlns:a16="http://schemas.microsoft.com/office/drawing/2014/main" id="{AD865565-09A4-CB4A-91D0-6106B4C5C996}"/>
              </a:ext>
            </a:extLst>
          </p:cNvPr>
          <p:cNvSpPr>
            <a:spLocks noGrp="1"/>
          </p:cNvSpPr>
          <p:nvPr>
            <p:ph type="ftr" sz="quarter" idx="10"/>
          </p:nvPr>
        </p:nvSpPr>
        <p:spPr/>
        <p:txBody>
          <a:bodyPr/>
          <a:lstStyle>
            <a:lvl1pPr>
              <a:defRPr/>
            </a:lvl1pPr>
          </a:lstStyle>
          <a:p>
            <a:pPr>
              <a:defRPr/>
            </a:pPr>
            <a:endParaRPr lang="en-US"/>
          </a:p>
        </p:txBody>
      </p:sp>
      <p:sp>
        <p:nvSpPr>
          <p:cNvPr id="4" name="Slide Number Placeholder 8">
            <a:extLst>
              <a:ext uri="{FF2B5EF4-FFF2-40B4-BE49-F238E27FC236}">
                <a16:creationId xmlns:a16="http://schemas.microsoft.com/office/drawing/2014/main" id="{267FC770-8899-C04D-981B-82C241954246}"/>
              </a:ext>
            </a:extLst>
          </p:cNvPr>
          <p:cNvSpPr>
            <a:spLocks noGrp="1"/>
          </p:cNvSpPr>
          <p:nvPr>
            <p:ph type="sldNum" sz="quarter" idx="11"/>
          </p:nvPr>
        </p:nvSpPr>
        <p:spPr/>
        <p:txBody>
          <a:bodyPr/>
          <a:lstStyle>
            <a:lvl1pPr>
              <a:defRPr/>
            </a:lvl1pPr>
          </a:lstStyle>
          <a:p>
            <a:fld id="{587CF777-31AA-6948-946B-C1F71AB1BEB5}" type="slidenum">
              <a:rPr lang="en-US" altLang="en-US"/>
              <a:pPr/>
              <a:t>‹#›</a:t>
            </a:fld>
            <a:endParaRPr lang="en-US" altLang="en-US"/>
          </a:p>
        </p:txBody>
      </p:sp>
    </p:spTree>
    <p:extLst>
      <p:ext uri="{BB962C8B-B14F-4D97-AF65-F5344CB8AC3E}">
        <p14:creationId xmlns:p14="http://schemas.microsoft.com/office/powerpoint/2010/main" val="6384228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B9F89C2-700A-9E47-86D8-8C632B10BF3B}"/>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a:t>
            </a:r>
          </a:p>
        </p:txBody>
      </p:sp>
      <p:sp>
        <p:nvSpPr>
          <p:cNvPr id="1027" name="Text Placeholder 2">
            <a:extLst>
              <a:ext uri="{FF2B5EF4-FFF2-40B4-BE49-F238E27FC236}">
                <a16:creationId xmlns:a16="http://schemas.microsoft.com/office/drawing/2014/main" id="{7F25342A-FDB3-754B-9B83-E8D6EA742702}"/>
              </a:ext>
            </a:extLst>
          </p:cNvPr>
          <p:cNvSpPr>
            <a:spLocks noGrp="1"/>
          </p:cNvSpPr>
          <p:nvPr>
            <p:ph type="body" idx="1"/>
          </p:nvPr>
        </p:nvSpPr>
        <p:spPr bwMode="auto">
          <a:xfrm>
            <a:off x="457200" y="1200150"/>
            <a:ext cx="822960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Footer Placeholder 3">
            <a:extLst>
              <a:ext uri="{FF2B5EF4-FFF2-40B4-BE49-F238E27FC236}">
                <a16:creationId xmlns:a16="http://schemas.microsoft.com/office/drawing/2014/main" id="{FD8B4C93-F0C1-2245-AB7E-3710E392FED6}"/>
              </a:ext>
            </a:extLst>
          </p:cNvPr>
          <p:cNvSpPr>
            <a:spLocks noGrp="1"/>
          </p:cNvSpPr>
          <p:nvPr>
            <p:ph type="ftr" sz="quarter" idx="3"/>
          </p:nvPr>
        </p:nvSpPr>
        <p:spPr>
          <a:xfrm>
            <a:off x="3124200" y="4667250"/>
            <a:ext cx="2895600" cy="274638"/>
          </a:xfrm>
          <a:prstGeom prst="rect">
            <a:avLst/>
          </a:prstGeom>
        </p:spPr>
        <p:txBody>
          <a:bodyPr vert="horz" lIns="91440" tIns="45720" rIns="91440" bIns="45720" rtlCol="0" anchor="ctr"/>
          <a:lstStyle>
            <a:lvl1pPr algn="ctr" fontAlgn="auto">
              <a:spcBef>
                <a:spcPts val="0"/>
              </a:spcBef>
              <a:spcAft>
                <a:spcPts val="0"/>
              </a:spcAft>
              <a:defRPr sz="1100">
                <a:solidFill>
                  <a:schemeClr val="tx1"/>
                </a:solidFill>
                <a:latin typeface="Arial"/>
                <a:ea typeface="+mn-ea"/>
                <a:cs typeface="Arial"/>
              </a:defRPr>
            </a:lvl1pPr>
          </a:lstStyle>
          <a:p>
            <a:pPr>
              <a:defRPr/>
            </a:pPr>
            <a:endParaRPr lang="en-US" dirty="0"/>
          </a:p>
        </p:txBody>
      </p:sp>
      <p:cxnSp>
        <p:nvCxnSpPr>
          <p:cNvPr id="7" name="Straight Connector 6">
            <a:extLst>
              <a:ext uri="{FF2B5EF4-FFF2-40B4-BE49-F238E27FC236}">
                <a16:creationId xmlns:a16="http://schemas.microsoft.com/office/drawing/2014/main" id="{89780341-07C4-B344-A243-0B35673A571E}"/>
              </a:ext>
            </a:extLst>
          </p:cNvPr>
          <p:cNvCxnSpPr/>
          <p:nvPr userDrawn="1"/>
        </p:nvCxnSpPr>
        <p:spPr>
          <a:xfrm flipH="1">
            <a:off x="457200" y="4437063"/>
            <a:ext cx="8229600"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9" name="Slide Number Placeholder 8">
            <a:extLst>
              <a:ext uri="{FF2B5EF4-FFF2-40B4-BE49-F238E27FC236}">
                <a16:creationId xmlns:a16="http://schemas.microsoft.com/office/drawing/2014/main" id="{464E4F12-836B-A847-97F0-D68F7DE9BBF8}"/>
              </a:ext>
            </a:extLst>
          </p:cNvPr>
          <p:cNvSpPr>
            <a:spLocks noGrp="1"/>
          </p:cNvSpPr>
          <p:nvPr>
            <p:ph type="sldNum" sz="quarter" idx="4"/>
          </p:nvPr>
        </p:nvSpPr>
        <p:spPr>
          <a:xfrm>
            <a:off x="6553200" y="4667250"/>
            <a:ext cx="2133600" cy="274638"/>
          </a:xfrm>
          <a:prstGeom prst="rect">
            <a:avLst/>
          </a:prstGeom>
        </p:spPr>
        <p:txBody>
          <a:bodyPr vert="horz" wrap="square" lIns="91440" tIns="45720" rIns="91440" bIns="45720" numCol="1" anchor="ctr" anchorCtr="0" compatLnSpc="1">
            <a:prstTxWarp prst="textNoShape">
              <a:avLst/>
            </a:prstTxWarp>
          </a:bodyPr>
          <a:lstStyle>
            <a:lvl1pPr algn="r">
              <a:defRPr sz="1100">
                <a:solidFill>
                  <a:schemeClr val="tx1"/>
                </a:solidFill>
                <a:latin typeface="Arial" panose="020B0604020202020204" pitchFamily="34" charset="0"/>
                <a:cs typeface="Arial" panose="020B0604020202020204" pitchFamily="34" charset="0"/>
              </a:defRPr>
            </a:lvl1pPr>
          </a:lstStyle>
          <a:p>
            <a:fld id="{35245472-7422-ED4A-95D4-43B6C9FDBD26}" type="slidenum">
              <a:rPr lang="en-US" altLang="en-US" smtClean="0"/>
              <a:pPr/>
              <a:t>‹#›</a:t>
            </a:fld>
            <a:endParaRPr lang="en-US" altLang="en-US"/>
          </a:p>
        </p:txBody>
      </p:sp>
      <p:pic>
        <p:nvPicPr>
          <p:cNvPr id="3" name="Picture 2">
            <a:extLst>
              <a:ext uri="{FF2B5EF4-FFF2-40B4-BE49-F238E27FC236}">
                <a16:creationId xmlns:a16="http://schemas.microsoft.com/office/drawing/2014/main" id="{E1C8FBCE-44BC-B2D3-9A0A-5DB072F00225}"/>
              </a:ext>
            </a:extLst>
          </p:cNvPr>
          <p:cNvPicPr>
            <a:picLocks noChangeAspect="1"/>
          </p:cNvPicPr>
          <p:nvPr userDrawn="1"/>
        </p:nvPicPr>
        <p:blipFill>
          <a:blip r:embed="rId15"/>
          <a:srcRect/>
          <a:stretch/>
        </p:blipFill>
        <p:spPr>
          <a:xfrm>
            <a:off x="312988" y="4475163"/>
            <a:ext cx="1410033" cy="649224"/>
          </a:xfrm>
          <a:prstGeom prst="rect">
            <a:avLst/>
          </a:prstGeom>
        </p:spPr>
      </p:pic>
    </p:spTree>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58" r:id="rId4"/>
    <p:sldLayoutId id="2147484059" r:id="rId5"/>
    <p:sldLayoutId id="2147484060" r:id="rId6"/>
    <p:sldLayoutId id="2147484067" r:id="rId7"/>
    <p:sldLayoutId id="2147484068" r:id="rId8"/>
    <p:sldLayoutId id="2147484061" r:id="rId9"/>
    <p:sldLayoutId id="2147484069" r:id="rId10"/>
    <p:sldLayoutId id="2147484071" r:id="rId11"/>
    <p:sldLayoutId id="2147484062" r:id="rId12"/>
    <p:sldLayoutId id="2147484063" r:id="rId13"/>
  </p:sldLayoutIdLst>
  <p:hf hdr="0" ftr="0" dt="0"/>
  <p:txStyles>
    <p:titleStyle>
      <a:lvl1pPr algn="ctr" defTabSz="457200" rtl="0" eaLnBrk="0" fontAlgn="base" hangingPunct="0">
        <a:spcBef>
          <a:spcPct val="0"/>
        </a:spcBef>
        <a:spcAft>
          <a:spcPct val="0"/>
        </a:spcAft>
        <a:defRPr sz="3200" kern="1200">
          <a:solidFill>
            <a:srgbClr val="E21224"/>
          </a:solidFill>
          <a:latin typeface="Arial"/>
          <a:ea typeface="Geneva" charset="0"/>
          <a:cs typeface="Arial"/>
        </a:defRPr>
      </a:lvl1pPr>
      <a:lvl2pPr algn="ctr" defTabSz="457200" rtl="0" eaLnBrk="0" fontAlgn="base" hangingPunct="0">
        <a:spcBef>
          <a:spcPct val="0"/>
        </a:spcBef>
        <a:spcAft>
          <a:spcPct val="0"/>
        </a:spcAft>
        <a:defRPr sz="3200">
          <a:solidFill>
            <a:srgbClr val="ED1B2E"/>
          </a:solidFill>
          <a:latin typeface="Arial" charset="0"/>
          <a:ea typeface="Geneva" charset="0"/>
        </a:defRPr>
      </a:lvl2pPr>
      <a:lvl3pPr algn="ctr" defTabSz="457200" rtl="0" eaLnBrk="0" fontAlgn="base" hangingPunct="0">
        <a:spcBef>
          <a:spcPct val="0"/>
        </a:spcBef>
        <a:spcAft>
          <a:spcPct val="0"/>
        </a:spcAft>
        <a:defRPr sz="3200">
          <a:solidFill>
            <a:srgbClr val="ED1B2E"/>
          </a:solidFill>
          <a:latin typeface="Arial" charset="0"/>
          <a:ea typeface="Geneva" charset="0"/>
        </a:defRPr>
      </a:lvl3pPr>
      <a:lvl4pPr algn="ctr" defTabSz="457200" rtl="0" eaLnBrk="0" fontAlgn="base" hangingPunct="0">
        <a:spcBef>
          <a:spcPct val="0"/>
        </a:spcBef>
        <a:spcAft>
          <a:spcPct val="0"/>
        </a:spcAft>
        <a:defRPr sz="3200">
          <a:solidFill>
            <a:srgbClr val="ED1B2E"/>
          </a:solidFill>
          <a:latin typeface="Arial" charset="0"/>
          <a:ea typeface="Geneva" charset="0"/>
        </a:defRPr>
      </a:lvl4pPr>
      <a:lvl5pPr algn="ctr" defTabSz="457200" rtl="0" eaLnBrk="0" fontAlgn="base" hangingPunct="0">
        <a:spcBef>
          <a:spcPct val="0"/>
        </a:spcBef>
        <a:spcAft>
          <a:spcPct val="0"/>
        </a:spcAft>
        <a:defRPr sz="3200">
          <a:solidFill>
            <a:srgbClr val="ED1B2E"/>
          </a:solidFill>
          <a:latin typeface="Arial" charset="0"/>
          <a:ea typeface="Geneva" charset="0"/>
        </a:defRPr>
      </a:lvl5pPr>
      <a:lvl6pPr marL="457200" algn="ctr" defTabSz="457200" rtl="0" fontAlgn="base">
        <a:spcBef>
          <a:spcPct val="0"/>
        </a:spcBef>
        <a:spcAft>
          <a:spcPct val="0"/>
        </a:spcAft>
        <a:defRPr sz="3200">
          <a:solidFill>
            <a:srgbClr val="ED1B2E"/>
          </a:solidFill>
          <a:latin typeface="Arial" charset="0"/>
          <a:ea typeface="Geneva" charset="0"/>
        </a:defRPr>
      </a:lvl6pPr>
      <a:lvl7pPr marL="914400" algn="ctr" defTabSz="457200" rtl="0" fontAlgn="base">
        <a:spcBef>
          <a:spcPct val="0"/>
        </a:spcBef>
        <a:spcAft>
          <a:spcPct val="0"/>
        </a:spcAft>
        <a:defRPr sz="3200">
          <a:solidFill>
            <a:srgbClr val="ED1B2E"/>
          </a:solidFill>
          <a:latin typeface="Arial" charset="0"/>
          <a:ea typeface="Geneva" charset="0"/>
        </a:defRPr>
      </a:lvl7pPr>
      <a:lvl8pPr marL="1371600" algn="ctr" defTabSz="457200" rtl="0" fontAlgn="base">
        <a:spcBef>
          <a:spcPct val="0"/>
        </a:spcBef>
        <a:spcAft>
          <a:spcPct val="0"/>
        </a:spcAft>
        <a:defRPr sz="3200">
          <a:solidFill>
            <a:srgbClr val="ED1B2E"/>
          </a:solidFill>
          <a:latin typeface="Arial" charset="0"/>
          <a:ea typeface="Geneva" charset="0"/>
        </a:defRPr>
      </a:lvl8pPr>
      <a:lvl9pPr marL="1828800" algn="ctr" defTabSz="457200" rtl="0" fontAlgn="base">
        <a:spcBef>
          <a:spcPct val="0"/>
        </a:spcBef>
        <a:spcAft>
          <a:spcPct val="0"/>
        </a:spcAft>
        <a:defRPr sz="3200">
          <a:solidFill>
            <a:srgbClr val="ED1B2E"/>
          </a:solidFill>
          <a:latin typeface="Arial" charset="0"/>
          <a:ea typeface="Geneva" charset="0"/>
        </a:defRPr>
      </a:lvl9pPr>
    </p:titleStyle>
    <p:bodyStyle>
      <a:lvl1pPr marL="342900" indent="-342900" algn="l" defTabSz="457200" rtl="0" eaLnBrk="0" fontAlgn="base" hangingPunct="0">
        <a:spcBef>
          <a:spcPct val="20000"/>
        </a:spcBef>
        <a:spcAft>
          <a:spcPct val="0"/>
        </a:spcAft>
        <a:buClr>
          <a:schemeClr val="accent1"/>
        </a:buClr>
        <a:buSzPct val="75000"/>
        <a:buFont typeface="Wingdings" pitchFamily="2" charset="2"/>
        <a:buChar char="§"/>
        <a:defRPr sz="2600" kern="1200">
          <a:solidFill>
            <a:schemeClr val="tx1"/>
          </a:solidFill>
          <a:latin typeface="Arial"/>
          <a:ea typeface="Geneva" charset="0"/>
          <a:cs typeface="Arial"/>
        </a:defRPr>
      </a:lvl1pPr>
      <a:lvl2pPr marL="742950" indent="-285750" algn="l" defTabSz="457200" rtl="0" eaLnBrk="0" fontAlgn="base" hangingPunct="0">
        <a:spcBef>
          <a:spcPct val="20000"/>
        </a:spcBef>
        <a:spcAft>
          <a:spcPct val="0"/>
        </a:spcAft>
        <a:buClr>
          <a:schemeClr val="accent1"/>
        </a:buClr>
        <a:buSzPct val="75000"/>
        <a:buFont typeface="Wingdings" pitchFamily="2" charset="2"/>
        <a:buChar char="§"/>
        <a:defRPr sz="2400" kern="1200">
          <a:solidFill>
            <a:schemeClr val="tx1"/>
          </a:solidFill>
          <a:latin typeface="Arial"/>
          <a:ea typeface="Geneva" charset="0"/>
          <a:cs typeface="Arial"/>
        </a:defRPr>
      </a:lvl2pPr>
      <a:lvl3pPr marL="1143000" indent="-228600" algn="l" defTabSz="457200" rtl="0" eaLnBrk="0" fontAlgn="base" hangingPunct="0">
        <a:spcBef>
          <a:spcPct val="20000"/>
        </a:spcBef>
        <a:spcAft>
          <a:spcPct val="0"/>
        </a:spcAft>
        <a:buClr>
          <a:schemeClr val="accent1"/>
        </a:buClr>
        <a:buSzPct val="75000"/>
        <a:buFont typeface="Wingdings" pitchFamily="2" charset="2"/>
        <a:buChar char="§"/>
        <a:defRPr sz="2200" kern="1200">
          <a:solidFill>
            <a:schemeClr val="tx1"/>
          </a:solidFill>
          <a:latin typeface="Arial"/>
          <a:ea typeface="Geneva" charset="0"/>
          <a:cs typeface="Arial"/>
        </a:defRPr>
      </a:lvl3pPr>
      <a:lvl4pPr marL="1600200" indent="-228600" algn="l" defTabSz="457200" rtl="0" eaLnBrk="0" fontAlgn="base" hangingPunct="0">
        <a:spcBef>
          <a:spcPct val="20000"/>
        </a:spcBef>
        <a:spcAft>
          <a:spcPct val="0"/>
        </a:spcAft>
        <a:buClr>
          <a:schemeClr val="accent1"/>
        </a:buClr>
        <a:buSzPct val="75000"/>
        <a:buFont typeface="Wingdings" pitchFamily="2" charset="2"/>
        <a:buChar char="§"/>
        <a:defRPr sz="2000" kern="1200">
          <a:solidFill>
            <a:schemeClr val="tx1"/>
          </a:solidFill>
          <a:latin typeface="Arial"/>
          <a:ea typeface="Geneva" charset="0"/>
          <a:cs typeface="Arial"/>
        </a:defRPr>
      </a:lvl4pPr>
      <a:lvl5pPr marL="2057400" indent="-228600" algn="l" defTabSz="457200" rtl="0" eaLnBrk="0" fontAlgn="base" hangingPunct="0">
        <a:spcBef>
          <a:spcPct val="20000"/>
        </a:spcBef>
        <a:spcAft>
          <a:spcPct val="0"/>
        </a:spcAft>
        <a:buClr>
          <a:schemeClr val="accent1"/>
        </a:buClr>
        <a:buSzPct val="75000"/>
        <a:buFont typeface="Wingdings" pitchFamily="2" charset="2"/>
        <a:buChar char="§"/>
        <a:defRPr kern="1200">
          <a:solidFill>
            <a:schemeClr val="tx1"/>
          </a:solidFill>
          <a:latin typeface="Arial"/>
          <a:ea typeface="Geneva"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r>
              <a:rPr sz="2000">
                <a:solidFill>
                  <a:srgbClr val="1A1A1A"/>
                </a:solidFill>
              </a:rPr>
              <a:t>OpenRiverCam in Indonesia</a:t>
            </a:r>
          </a:p>
          <a:p>
            <a:pPr/>
            <a:r>
              <a:rPr sz="1200">
                <a:solidFill>
                  <a:srgbClr val="6B6A66"/>
                </a:solidFill>
              </a:rPr>
              <a:t>What the pilot taught us, and the path forward</a:t>
            </a:r>
            <a:br/>
            <a:r>
              <a:rPr sz="1200">
                <a:solidFill>
                  <a:srgbClr val="6B6A66"/>
                </a:solidFill>
              </a:rPr>
              <a:t>Response to the PMI / IPB / BHLK meeting, Sukabumi, 21 August 2026</a:t>
            </a:r>
          </a:p>
          <a:p>
            <a:pPr/>
            <a:r>
              <a:rPr sz="1000">
                <a:solidFill>
                  <a:srgbClr val="6B6A66"/>
                </a:solidFill>
              </a:rPr>
              <a:t>Palang Merah Indonesia  ·  Institut Pertanian Bogor  ·  Balai Hidrologi dan Lingkungan Keairan  ·  American Red Cross</a:t>
            </a:r>
          </a:p>
          <a:p>
            <a:pPr/>
            <a:r>
              <a:rPr sz="900">
                <a:solidFill>
                  <a:srgbClr val="6B6A66"/>
                </a:solidFill>
              </a:rPr>
              <a:t>2026-08-31  ·  Draft for internal review — not yet circulated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The pilot, and what we think comes next</a:t>
            </a:r>
          </a:p>
        </p:txBody>
      </p:sp>
      <p:sp>
        <p:nvSpPr>
          <p:cNvPr id="3" name="Text Placeholder 2"/>
          <p:cNvSpPr>
            <a:spLocks noGrp="1"/>
          </p:cNvSpPr>
          <p:nvPr>
            <p:ph type="body" idx="12" sz="quarter"/>
          </p:nvPr>
        </p:nvSpPr>
        <p:spPr/>
        <p:txBody>
          <a:bodyPr wrap="square"/>
          <a:lstStyle/>
          <a:p>
            <a:pPr/>
            <a:r>
              <a:rPr sz="1500">
                <a:solidFill>
                  <a:srgbClr val="1A1A1A"/>
                </a:solidFill>
              </a:rPr>
              <a:t>The pilot has been a good experience. A station in the water, four months of behaviour to learn from, and a working relationship between PMI, IPB and BHLK that did not exist before.</a:t>
            </a:r>
          </a:p>
          <a:p>
            <a:pPr/>
            <a:r>
              <a:rPr sz="1500">
                <a:solidFill>
                  <a:srgbClr val="1A1A1A"/>
                </a:solidFill>
              </a:rPr>
              <a:t>Our recommendation is that the next step is yours.</a:t>
            </a:r>
          </a:p>
          <a:p>
            <a:pPr lvl="1"/>
            <a:r>
              <a:rPr sz="1350">
                <a:solidFill>
                  <a:srgbClr val="6B6A66"/>
                </a:solidFill>
              </a:rPr>
              <a:t>Not because the partnership has run its course, but because of what the pilot produced: knowledge, not a body of measurements.</a:t>
            </a:r>
          </a:p>
          <a:p>
            <a:pPr lvl="1"/>
            <a:r>
              <a:rPr sz="1350">
                <a:solidFill>
                  <a:srgbClr val="6B6A66"/>
                </a:solidFill>
              </a:rPr>
              <a:t>Knowledge is worth more to you as an input to your own approach than as a set of parts to copy.</a:t>
            </a:r>
          </a:p>
          <a:p>
            <a:pPr/>
            <a:r>
              <a:rPr sz="1500">
                <a:solidFill>
                  <a:srgbClr val="1A1A1A"/>
                </a:solidFill>
              </a:rPr>
              <a:t>We would rather help you start your own design than hand you ours to maintain.</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What this briefing covers, and what it leaves to you</a:t>
            </a:r>
          </a:p>
        </p:txBody>
      </p:sp>
      <p:sp>
        <p:nvSpPr>
          <p:cNvPr id="3" name="Text Placeholder 2"/>
          <p:cNvSpPr>
            <a:spLocks noGrp="1"/>
          </p:cNvSpPr>
          <p:nvPr>
            <p:ph type="body" idx="12" sz="quarter"/>
          </p:nvPr>
        </p:nvSpPr>
        <p:spPr/>
        <p:txBody>
          <a:bodyPr wrap="square"/>
          <a:lstStyle/>
          <a:p>
            <a:pPr/>
            <a:r>
              <a:rPr sz="1500">
                <a:solidFill>
                  <a:srgbClr val="1A1A1A"/>
                </a:solidFill>
              </a:rPr>
              <a:t>The technology only: the station as built, what four months in the field revealed, and what we would change before more units are constructed.</a:t>
            </a:r>
          </a:p>
          <a:p>
            <a:pPr/>
            <a:r>
              <a:rPr sz="1500">
                <a:solidFill>
                  <a:srgbClr val="1A1A1A"/>
                </a:solidFill>
              </a:rPr>
              <a:t>Not in scope: what the data is fit to support, or what accuracy any application requires.</a:t>
            </a:r>
          </a:p>
          <a:p>
            <a:pPr lvl="1"/>
            <a:r>
              <a:rPr sz="1350">
                <a:solidFill>
                  <a:srgbClr val="6B6A66"/>
                </a:solidFill>
              </a:rPr>
              <a:t>Those judgements belong with IPB, BHLK and their federal partners.</a:t>
            </a:r>
          </a:p>
          <a:p>
            <a:pPr lvl="1"/>
            <a:r>
              <a:rPr sz="1350">
                <a:solidFill>
                  <a:srgbClr val="6B6A66"/>
                </a:solidFill>
              </a:rPr>
              <a:t>Measurement requirements shown here are recorded from you, not proposed by us.</a:t>
            </a:r>
          </a:p>
          <a:p>
            <a:pPr/>
            <a:r>
              <a:rPr sz="1500">
                <a:solidFill>
                  <a:srgbClr val="1A1A1A"/>
                </a:solidFill>
              </a:rPr>
              <a:t>Written to give an accurate basis for your decision rather than an encouraging one.</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1800">
                <a:solidFill>
                  <a:srgbClr val="1A1A1A"/>
                </a:solidFill>
              </a:rPr>
              <a:t>Three offers were made on 21 August. We welcome all three.</a:t>
            </a:r>
          </a:p>
        </p:txBody>
      </p:sp>
      <p:sp>
        <p:nvSpPr>
          <p:cNvPr id="3" name="Text Placeholder 2"/>
          <p:cNvSpPr>
            <a:spLocks noGrp="1"/>
          </p:cNvSpPr>
          <p:nvPr>
            <p:ph type="body" idx="12" sz="quarter"/>
          </p:nvPr>
        </p:nvSpPr>
        <p:spPr/>
        <p:txBody>
          <a:bodyPr wrap="square"/>
          <a:lstStyle/>
          <a:p>
            <a:pPr/>
            <a:r>
              <a:rPr sz="1500">
                <a:solidFill>
                  <a:srgbClr val="1A1A1A"/>
                </a:solidFill>
              </a:rPr>
              <a:t>Build one to three stations as a pilot.</a:t>
            </a:r>
          </a:p>
          <a:p>
            <a:pPr lvl="1"/>
            <a:r>
              <a:rPr sz="1350">
                <a:solidFill>
                  <a:srgbClr val="6B6A66"/>
                </a:solidFill>
              </a:rPr>
              <a:t>Supported. What follows is what we would change first.</a:t>
            </a:r>
          </a:p>
          <a:p>
            <a:pPr/>
            <a:r>
              <a:rPr sz="1500">
                <a:solidFill>
                  <a:srgbClr val="1A1A1A"/>
                </a:solidFill>
              </a:rPr>
              <a:t>Provide server capacity for the data.</a:t>
            </a:r>
          </a:p>
          <a:p>
            <a:pPr lvl="1"/>
            <a:r>
              <a:rPr sz="1350">
                <a:solidFill>
                  <a:srgbClr val="6B6A66"/>
                </a:solidFill>
              </a:rPr>
              <a:t>Well matched to the pilot, and holding the data in Indonesia carries a clear benefit.</a:t>
            </a:r>
          </a:p>
          <a:p>
            <a:pPr/>
            <a:r>
              <a:rPr sz="1500">
                <a:solidFill>
                  <a:srgbClr val="1A1A1A"/>
                </a:solidFill>
              </a:rPr>
              <a:t>Move the present site to open ground.</a:t>
            </a:r>
          </a:p>
          <a:p>
            <a:pPr lvl="1"/>
            <a:r>
              <a:rPr sz="1350">
                <a:solidFill>
                  <a:srgbClr val="6B6A66"/>
                </a:solidFill>
              </a:rPr>
              <a:t>Supported, and the field record adds independent evidence for it.</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Why a low-cost station is worth studying</a:t>
            </a:r>
          </a:p>
        </p:txBody>
      </p:sp>
      <p:sp>
        <p:nvSpPr>
          <p:cNvPr id="3" name="Text Placeholder 2"/>
          <p:cNvSpPr>
            <a:spLocks noGrp="1"/>
          </p:cNvSpPr>
          <p:nvPr>
            <p:ph type="body" idx="12" sz="quarter"/>
          </p:nvPr>
        </p:nvSpPr>
        <p:spPr/>
        <p:txBody>
          <a:bodyPr wrap="square"/>
          <a:lstStyle/>
          <a:p>
            <a:pPr/>
            <a:r>
              <a:rPr sz="1400">
                <a:solidFill>
                  <a:srgbClr val="1A1A1A"/>
                </a:solidFill>
              </a:rPr>
              <a:t>A river gauge is only useful if there are enough of them. How many an agency can afford decides how much of a catchment it can observe.</a:t>
            </a:r>
          </a:p>
          <a:p>
            <a:pPr/>
            <a:r>
              <a:rPr sz="1400">
                <a:solidFill>
                  <a:srgbClr val="1A1A1A"/>
                </a:solidFill>
              </a:rPr>
              <a:t>This station: USD 1,340 in materials — electronics and enclosure only. Sukabumi already had its panel and battery, so a new solar site would add an array. A mains site would not.</a:t>
            </a:r>
          </a:p>
          <a:p>
            <a:pPr/>
            <a:r>
              <a:rPr sz="1400">
                <a:solidFill>
                  <a:srgbClr val="1A1A1A"/>
                </a:solidFill>
              </a:rPr>
              <a:t>Lowest-cost automatic water-level station on the government e-catalogue: about USD 3,600 before VAT, measuring stage only.</a:t>
            </a:r>
          </a:p>
          <a:p>
            <a:pPr lvl="1"/>
            <a:r>
              <a:rPr sz="1250">
                <a:solidFill>
                  <a:srgbClr val="6B6A66"/>
                </a:solidFill>
              </a:rPr>
              <a:t>Not like for like — that is a supported commercial instrument, this is a pilot-stage assembly.</a:t>
            </a:r>
          </a:p>
          <a:p>
            <a:pPr/>
            <a:r>
              <a:rPr sz="1400">
                <a:solidFill>
                  <a:srgbClr val="1A1A1A"/>
                </a:solidFill>
              </a:rPr>
              <a:t>At this price a basin authority can consider a network where it might otherwise consider a single gauge. That possibility is the whole of the argument.</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What is being offered for study</a:t>
            </a:r>
          </a:p>
        </p:txBody>
      </p:sp>
      <p:pic>
        <p:nvPicPr>
          <p:cNvPr id="3" name="Picture 2" descr="Flow diagram. A camera on a pole at the river sends video to a station computer, which works out a water level and a discharge figure; both travel over the mobile network to a server that keeps the record. Beneath the computer are the three things it depends on: a solar panel and battery, a scheduler that wakes it every 30 minutes, and a rain gauge that keeps recording while the station sleeps."/>
          <p:cNvPicPr>
            <a:picLocks noChangeAspect="1"/>
          </p:cNvPicPr>
          <p:nvPr/>
        </p:nvPicPr>
        <p:blipFill>
          <a:blip r:embed="rId2"/>
          <a:stretch>
            <a:fillRect/>
          </a:stretch>
        </p:blipFill>
        <p:spPr>
          <a:xfrm>
            <a:off x="680499" y="919607"/>
            <a:ext cx="7783002" cy="3492373"/>
          </a:xfrm>
          <a:prstGeom prst="rect">
            <a:avLst/>
          </a:prstGeom>
        </p:spPr>
      </p:pic>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1800">
                <a:solidFill>
                  <a:srgbClr val="1A1A1A"/>
                </a:solidFill>
              </a:rPr>
              <a:t>Built from commodity parts, so it can be repaired locally</a:t>
            </a:r>
          </a:p>
        </p:txBody>
      </p:sp>
      <p:pic>
        <p:nvPicPr>
          <p:cNvPr id="3" name="Picture 2" descr="Components laid out on a workbench: enclosure mounting plate, two lengths of DIN rail, three fuse holders, the camera, the rain gauge dome, a small computer with its screw-terminal riser, a power converter, terminal blocks, a relay board, the mobile data modem and its antenna."/>
          <p:cNvPicPr>
            <a:picLocks noChangeAspect="1"/>
          </p:cNvPicPr>
          <p:nvPr/>
        </p:nvPicPr>
        <p:blipFill>
          <a:blip r:embed="rId2"/>
          <a:stretch>
            <a:fillRect/>
          </a:stretch>
        </p:blipFill>
        <p:spPr>
          <a:xfrm>
            <a:off x="1547003" y="1155065"/>
            <a:ext cx="1798034" cy="2397379"/>
          </a:xfrm>
          <a:prstGeom prst="rect">
            <a:avLst/>
          </a:prstGeom>
        </p:spPr>
      </p:pic>
      <p:sp>
        <p:nvSpPr>
          <p:cNvPr id="4" name="TextBox 3"/>
          <p:cNvSpPr txBox="1"/>
          <p:nvPr/>
        </p:nvSpPr>
        <p:spPr>
          <a:xfrm>
            <a:off x="457200" y="3589020"/>
            <a:ext cx="3977640" cy="457200"/>
          </a:xfrm>
          <a:prstGeom prst="rect">
            <a:avLst/>
          </a:prstGeom>
          <a:noFill/>
        </p:spPr>
        <p:txBody>
          <a:bodyPr wrap="square">
            <a:spAutoFit/>
          </a:bodyPr>
          <a:lstStyle/>
          <a:p>
            <a:pPr/>
            <a:r>
              <a:rPr sz="1000">
                <a:solidFill>
                  <a:srgbClr val="42413E"/>
                </a:solidFill>
              </a:rPr>
              <a:t>The parts for one station, before assembly.</a:t>
            </a:r>
          </a:p>
        </p:txBody>
      </p:sp>
      <p:pic>
        <p:nvPicPr>
          <p:cNvPr id="5" name="Picture 4" descr="The same components assembled onto the mounting plate and wired, with a bench power supply alongside reading 12.08 volts."/>
          <p:cNvPicPr>
            <a:picLocks noChangeAspect="1"/>
          </p:cNvPicPr>
          <p:nvPr/>
        </p:nvPicPr>
        <p:blipFill>
          <a:blip r:embed="rId3"/>
          <a:stretch>
            <a:fillRect/>
          </a:stretch>
        </p:blipFill>
        <p:spPr>
          <a:xfrm>
            <a:off x="5798963" y="1155065"/>
            <a:ext cx="1798034" cy="2397379"/>
          </a:xfrm>
          <a:prstGeom prst="rect">
            <a:avLst/>
          </a:prstGeom>
        </p:spPr>
      </p:pic>
      <p:sp>
        <p:nvSpPr>
          <p:cNvPr id="6" name="TextBox 5"/>
          <p:cNvSpPr txBox="1"/>
          <p:nvPr/>
        </p:nvSpPr>
        <p:spPr>
          <a:xfrm>
            <a:off x="4709160" y="3589020"/>
            <a:ext cx="3977640" cy="457200"/>
          </a:xfrm>
          <a:prstGeom prst="rect">
            <a:avLst/>
          </a:prstGeom>
          <a:noFill/>
        </p:spPr>
        <p:txBody>
          <a:bodyPr wrap="square">
            <a:spAutoFit/>
          </a:bodyPr>
          <a:lstStyle/>
          <a:p>
            <a:pPr/>
            <a:r>
              <a:rPr sz="1000">
                <a:solidFill>
                  <a:srgbClr val="42413E"/>
                </a:solidFill>
              </a:rPr>
              <a:t>The same parts wired onto the plate, under bench power.</a:t>
            </a:r>
          </a:p>
        </p:txBody>
      </p:sp>
      <p:sp>
        <p:nvSpPr>
          <p:cNvPr id="7" name="TextBox 6"/>
          <p:cNvSpPr txBox="1"/>
          <p:nvPr/>
        </p:nvSpPr>
        <p:spPr>
          <a:xfrm>
            <a:off x="457200" y="4009644"/>
            <a:ext cx="8229600" cy="402336"/>
          </a:xfrm>
          <a:prstGeom prst="rect">
            <a:avLst/>
          </a:prstGeom>
          <a:noFill/>
        </p:spPr>
        <p:txBody>
          <a:bodyPr wrap="square">
            <a:spAutoFit/>
          </a:bodyPr>
          <a:lstStyle/>
          <a:p>
            <a:pPr/>
            <a:r>
              <a:rPr sz="1000">
                <a:solidFill>
                  <a:srgbClr val="6B6A66"/>
                </a:solidFill>
              </a:rPr>
              <a:t>No soldering, no fabrication, nothing single-source.</a:t>
            </a:r>
          </a:p>
        </p:txBody>
      </p:sp>
      <p:sp>
        <p:nvSpPr>
          <p:cNvPr id="8" name="TextBox 7"/>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9" name="TextBox 8"/>
          <p:cNvSpPr txBox="1"/>
          <p:nvPr/>
        </p:nvSpPr>
        <p:spPr>
          <a:xfrm>
            <a:off x="6553200" y="4667250"/>
            <a:ext cx="2133600" cy="274638"/>
          </a:xfrm>
          <a:prstGeom prst="rect">
            <a:avLst/>
          </a:prstGeom>
          <a:noFill/>
        </p:spPr>
        <p:txBody>
          <a:bodyPr wrap="square">
            <a:spAutoFit/>
          </a:bodyPr>
          <a:lstStyle/>
          <a:p>
            <a:pPr algn="r"/>
            <a:r>
              <a:rPr sz="800">
                <a:solidFill>
                  <a:srgbClr val="6B6A66"/>
                </a:solidFill>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1800">
                <a:solidFill>
                  <a:srgbClr val="1A1A1A"/>
                </a:solidFill>
              </a:rPr>
              <a:t>The evidence is thin, and we ask you to treat it as thin</a:t>
            </a:r>
          </a:p>
        </p:txBody>
      </p:sp>
      <p:sp>
        <p:nvSpPr>
          <p:cNvPr id="3" name="Text Placeholder 2"/>
          <p:cNvSpPr>
            <a:spLocks noGrp="1"/>
          </p:cNvSpPr>
          <p:nvPr>
            <p:ph type="body" idx="12" sz="quarter"/>
          </p:nvPr>
        </p:nvSpPr>
        <p:spPr/>
        <p:txBody>
          <a:bodyPr wrap="square"/>
          <a:lstStyle/>
          <a:p>
            <a:pPr/>
            <a:r>
              <a:rPr sz="1400">
                <a:solidFill>
                  <a:srgbClr val="1A1A1A"/>
                </a:solidFill>
              </a:rPr>
              <a:t>One station, on one river, watched across part of one season — 16 April to 28 August 2026.</a:t>
            </a:r>
          </a:p>
          <a:p>
            <a:pPr/>
            <a:r>
              <a:rPr sz="1400">
                <a:solidFill>
                  <a:srgbClr val="1A1A1A"/>
                </a:solidFill>
              </a:rPr>
              <a:t>A second station was built but never installed.</a:t>
            </a:r>
          </a:p>
          <a:p>
            <a:pPr/>
            <a:r>
              <a:rPr sz="1400">
                <a:solidFill>
                  <a:srgbClr val="1A1A1A"/>
                </a:solidFill>
              </a:rPr>
              <a:t>What the deployment has produced so far is knowledge about the design, not a body of measurements.</a:t>
            </a:r>
          </a:p>
          <a:p>
            <a:pPr/>
            <a:r>
              <a:rPr sz="1400">
                <a:solidFill>
                  <a:srgbClr val="1A1A1A"/>
                </a:solidFill>
              </a:rPr>
              <a:t>It is a volunteer pilot and should be read as one.</a:t>
            </a:r>
          </a:p>
          <a:p>
            <a:pPr lvl="1"/>
            <a:r>
              <a:rPr sz="1250">
                <a:solidFill>
                  <a:srgbClr val="6B6A66"/>
                </a:solidFill>
              </a:rPr>
              <a:t>Never built to production standards of availability or record continuity. Measuring it against an industrial instrument would be the wrong test, and unfair to the people who kept it running.</a:t>
            </a:r>
          </a:p>
          <a:p>
            <a:pPr lvl="1"/>
            <a:r>
              <a:rPr sz="1250">
                <a:solidFill>
                  <a:srgbClr val="6B6A66"/>
                </a:solidFill>
              </a:rPr>
              <a:t>The useful question is narrower: what does this design make hard, and what should be built differently.</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Three design gaps, and what we would build instead</a:t>
            </a:r>
          </a:p>
        </p:txBody>
      </p:sp>
      <p:sp>
        <p:nvSpPr>
          <p:cNvPr id="3" name="Text Placeholder 2"/>
          <p:cNvSpPr>
            <a:spLocks noGrp="1"/>
          </p:cNvSpPr>
          <p:nvPr>
            <p:ph type="body" idx="12" sz="quarter"/>
          </p:nvPr>
        </p:nvSpPr>
        <p:spPr/>
        <p:txBody>
          <a:bodyPr wrap="square"/>
          <a:lstStyle/>
          <a:p>
            <a:pPr/>
            <a:r>
              <a:rPr sz="1500">
                <a:solidFill>
                  <a:srgbClr val="1A1A1A"/>
                </a:solidFill>
              </a:rPr>
              <a:t>The station cannot report its own condition. When it stopped, it stopped quietly.</a:t>
            </a:r>
          </a:p>
          <a:p>
            <a:pPr lvl="1"/>
            <a:r>
              <a:rPr sz="1350">
                <a:solidFill>
                  <a:srgbClr val="6B6A66"/>
                </a:solidFill>
              </a:rPr>
              <a:t>Instead: report state on every waking, and make any mode that suppresses data expire on its own and raise an alert. R4, R5.</a:t>
            </a:r>
          </a:p>
          <a:p>
            <a:pPr/>
            <a:r>
              <a:rPr sz="1500">
                <a:solidFill>
                  <a:srgbClr val="1A1A1A"/>
                </a:solidFill>
              </a:rPr>
              <a:t>Nothing reconciles what was recorded against what arrived.</a:t>
            </a:r>
          </a:p>
          <a:p>
            <a:pPr lvl="1"/>
            <a:r>
              <a:rPr sz="1350">
                <a:solidFill>
                  <a:srgbClr val="6B6A66"/>
                </a:solidFill>
              </a:rPr>
              <a:t>Instead: compare the station's record against the server's on a schedule. Small piece of software; should have been in version one. R7.</a:t>
            </a:r>
          </a:p>
          <a:p>
            <a:pPr/>
            <a:r>
              <a:rPr sz="1500">
                <a:solidFill>
                  <a:srgbClr val="1A1A1A"/>
                </a:solidFill>
              </a:rPr>
              <a:t>Water level is read from the image, and daylight defeats it.</a:t>
            </a:r>
          </a:p>
          <a:p>
            <a:pPr lvl="1"/>
            <a:r>
              <a:rPr sz="1350">
                <a:solidFill>
                  <a:srgbClr val="6B6A66"/>
                </a:solidFill>
              </a:rPr>
              <a:t>Instead: an independent water-level reference, so the measurement does not rest on one optical method succeeding. R1.</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The station measures water level reliably only at night</a:t>
            </a:r>
          </a:p>
        </p:txBody>
      </p:sp>
      <p:pic>
        <p:nvPicPr>
          <p:cNvPr id="3" name="Picture 2" descr="Two panels from 200 captures. The upper panel counts captures by hour of day, split into those that produced a water level and those rejected; every rejection falls between 06:00 and 19:00, with peaks mid-morning and mid-afternoon and fewer in the early afternoon. The lower panel shows how confident each reading was against the threshold at which a water level is accepted."/>
          <p:cNvPicPr>
            <a:picLocks noChangeAspect="1"/>
          </p:cNvPicPr>
          <p:nvPr/>
        </p:nvPicPr>
        <p:blipFill>
          <a:blip r:embed="rId2"/>
          <a:stretch>
            <a:fillRect/>
          </a:stretch>
        </p:blipFill>
        <p:spPr>
          <a:xfrm>
            <a:off x="2238269" y="919607"/>
            <a:ext cx="4667462" cy="3071749"/>
          </a:xfrm>
          <a:prstGeom prst="rect">
            <a:avLst/>
          </a:prstGeom>
        </p:spPr>
      </p:pic>
      <p:sp>
        <p:nvSpPr>
          <p:cNvPr id="4" name="TextBox 3"/>
          <p:cNvSpPr txBox="1"/>
          <p:nvPr/>
        </p:nvSpPr>
        <p:spPr>
          <a:xfrm>
            <a:off x="457200" y="3991356"/>
            <a:ext cx="8229600" cy="420624"/>
          </a:xfrm>
          <a:prstGeom prst="rect">
            <a:avLst/>
          </a:prstGeom>
          <a:noFill/>
        </p:spPr>
        <p:txBody>
          <a:bodyPr wrap="square">
            <a:spAutoFit/>
          </a:bodyPr>
          <a:lstStyle/>
          <a:p>
            <a:pPr/>
            <a:r>
              <a:rPr sz="1000">
                <a:solidFill>
                  <a:srgbClr val="6B6A66"/>
                </a:solidFill>
              </a:rPr>
              <a:t>The two peaks and the early-afternoon dip are the pattern a sun-angle effect produces.</a:t>
            </a:r>
          </a:p>
        </p:txBody>
      </p:sp>
      <p:sp>
        <p:nvSpPr>
          <p:cNvPr id="5" name="TextBox 4"/>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6" name="TextBox 5"/>
          <p:cNvSpPr txBox="1"/>
          <p:nvPr/>
        </p:nvSpPr>
        <p:spPr>
          <a:xfrm>
            <a:off x="6553200" y="4667250"/>
            <a:ext cx="2133600" cy="274638"/>
          </a:xfrm>
          <a:prstGeom prst="rect">
            <a:avLst/>
          </a:prstGeom>
          <a:noFill/>
        </p:spPr>
        <p:txBody>
          <a:bodyPr wrap="square">
            <a:spAutoFit/>
          </a:bodyPr>
          <a:lstStyle/>
          <a:p>
            <a:pPr algn="r"/>
            <a:r>
              <a:rPr sz="800">
                <a:solidFill>
                  <a:srgbClr val="6B6A66"/>
                </a:solidFill>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Eleven things we would do differently</a:t>
            </a:r>
          </a:p>
        </p:txBody>
      </p:sp>
      <p:sp>
        <p:nvSpPr>
          <p:cNvPr id="3" name="Text Placeholder 2"/>
          <p:cNvSpPr>
            <a:spLocks noGrp="1"/>
          </p:cNvSpPr>
          <p:nvPr>
            <p:ph type="body" idx="12" sz="quarter"/>
          </p:nvPr>
        </p:nvSpPr>
        <p:spPr/>
        <p:txBody>
          <a:bodyPr wrap="square"/>
          <a:lstStyle/>
          <a:p>
            <a:pPr/>
            <a:r>
              <a:rPr sz="1400">
                <a:solidFill>
                  <a:srgbClr val="1A1A1A"/>
                </a:solidFill>
              </a:rPr>
              <a:t>Offered as input to your design, not as corrections to ours. We would not expect them adopted as a set.</a:t>
            </a:r>
          </a:p>
          <a:p>
            <a:pPr/>
            <a:r>
              <a:rPr sz="1400">
                <a:solidFill>
                  <a:srgbClr val="1A1A1A"/>
                </a:solidFill>
              </a:rPr>
              <a:t>Let the station account for itself — R4, R5, R6, R7.</a:t>
            </a:r>
          </a:p>
          <a:p>
            <a:pPr lvl="1"/>
            <a:r>
              <a:rPr sz="1250">
                <a:solidFill>
                  <a:srgbClr val="6B6A66"/>
                </a:solidFill>
              </a:rPr>
              <a:t>Nothing here is difficult or costly. The setting behind nine of the thirteen interruptions was readable remotely the whole time, and no software asked.</a:t>
            </a:r>
          </a:p>
          <a:p>
            <a:pPr/>
            <a:r>
              <a:rPr sz="1400">
                <a:solidFill>
                  <a:srgbClr val="1A1A1A"/>
                </a:solidFill>
              </a:rPr>
              <a:t>Make the measurement trustworthy — R1, R2.</a:t>
            </a:r>
          </a:p>
          <a:p>
            <a:pPr lvl="1"/>
            <a:r>
              <a:rPr sz="1250">
                <a:solidFill>
                  <a:srgbClr val="6B6A66"/>
                </a:solidFill>
              </a:rPr>
              <a:t>An independent water-level reference, and survey planned as professional work from the start. We learned that the hard way; IPB's total-station survey is what the station runs on today.</a:t>
            </a:r>
          </a:p>
          <a:p>
            <a:pPr/>
            <a:r>
              <a:rPr sz="1400">
                <a:solidFill>
                  <a:srgbClr val="1A1A1A"/>
                </a:solidFill>
              </a:rPr>
              <a:t>Make the units buildable and maintainable in Indonesia — R3, R8, R9, R10, R11.</a:t>
            </a:r>
          </a:p>
          <a:p>
            <a:pPr lvl="1"/>
            <a:r>
              <a:rPr sz="1250">
                <a:solidFill>
                  <a:srgbClr val="6B6A66"/>
                </a:solidFill>
              </a:rPr>
              <a:t>You will buy under Indonesian procurement rules, so substitution is the expected case rather than a risk to be managed.</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R1–R6</a:t>
            </a:r>
          </a:p>
        </p:txBody>
      </p:sp>
      <p:graphicFrame>
        <p:nvGraphicFramePr>
          <p:cNvPr id="3" name="Table 2"/>
          <p:cNvGraphicFramePr>
            <a:graphicFrameLocks noGrp="1"/>
          </p:cNvGraphicFramePr>
          <p:nvPr/>
        </p:nvGraphicFramePr>
        <p:xfrm>
          <a:off x="457200" y="1155065"/>
          <a:ext cx="8229600" cy="2176272"/>
        </p:xfrm>
        <a:graphic>
          <a:graphicData uri="http://schemas.openxmlformats.org/drawingml/2006/table">
            <a:tbl>
              <a:tblPr firstRow="1" bandRow="1">
                <a:tableStyleId>{5C22544A-7EE6-4342-B048-85BDC9FD1C3A}</a:tableStyleId>
              </a:tblPr>
              <a:tblGrid>
                <a:gridCol w="457200"/>
                <a:gridCol w="2590800"/>
                <a:gridCol w="2590800"/>
                <a:gridCol w="2590800"/>
              </a:tblGrid>
              <a:tr h="310896">
                <a:tc>
                  <a:txBody>
                    <a:bodyPr/>
                    <a:lstStyle/>
                    <a:p>
                      <a:r>
                        <a:rPr sz="1000" b="1">
                          <a:solidFill>
                            <a:srgbClr val="1A1A1A"/>
                          </a:solidFill>
                        </a:rPr>
                        <a:t>#</a:t>
                      </a:r>
                    </a:p>
                  </a:txBody>
                  <a:tcPr marT="27432" marB="27432"/>
                </a:tc>
                <a:tc>
                  <a:txBody>
                    <a:bodyPr/>
                    <a:lstStyle/>
                    <a:p>
                      <a:r>
                        <a:rPr sz="1000" b="1">
                          <a:solidFill>
                            <a:srgbClr val="1A1A1A"/>
                          </a:solidFill>
                        </a:rPr>
                        <a:t>Change</a:t>
                      </a:r>
                    </a:p>
                  </a:txBody>
                  <a:tcPr marT="27432" marB="27432"/>
                </a:tc>
                <a:tc>
                  <a:txBody>
                    <a:bodyPr/>
                    <a:lstStyle/>
                    <a:p>
                      <a:r>
                        <a:rPr sz="1000" b="1">
                          <a:solidFill>
                            <a:srgbClr val="1A1A1A"/>
                          </a:solidFill>
                        </a:rPr>
                        <a:t>What it buys</a:t>
                      </a:r>
                    </a:p>
                  </a:txBody>
                  <a:tcPr marT="27432" marB="27432"/>
                </a:tc>
                <a:tc>
                  <a:txBody>
                    <a:bodyPr/>
                    <a:lstStyle/>
                    <a:p>
                      <a:r>
                        <a:rPr sz="1000" b="1">
                          <a:solidFill>
                            <a:srgbClr val="1A1A1A"/>
                          </a:solidFill>
                        </a:rPr>
                        <a:t>Cost</a:t>
                      </a:r>
                    </a:p>
                  </a:txBody>
                  <a:tcPr marT="27432" marB="27432"/>
                </a:tc>
              </a:tr>
              <a:tr h="310896">
                <a:tc>
                  <a:txBody>
                    <a:bodyPr/>
                    <a:lstStyle/>
                    <a:p>
                      <a:r>
                        <a:rPr sz="900" b="0">
                          <a:solidFill>
                            <a:srgbClr val="1A1A1A"/>
                          </a:solidFill>
                        </a:rPr>
                        <a:t>R1</a:t>
                      </a:r>
                    </a:p>
                  </a:txBody>
                  <a:tcPr marT="27432" marB="27432"/>
                </a:tc>
                <a:tc>
                  <a:txBody>
                    <a:bodyPr/>
                    <a:lstStyle/>
                    <a:p>
                      <a:r>
                        <a:rPr sz="900" b="0">
                          <a:solidFill>
                            <a:srgbClr val="1A1A1A"/>
                          </a:solidFill>
                        </a:rPr>
                        <a:t>Fit an independent water-level reference</a:t>
                      </a:r>
                    </a:p>
                  </a:txBody>
                  <a:tcPr marT="27432" marB="27432"/>
                </a:tc>
                <a:tc>
                  <a:txBody>
                    <a:bodyPr/>
                    <a:lstStyle/>
                    <a:p>
                      <a:r>
                        <a:rPr sz="900" b="0">
                          <a:solidFill>
                            <a:srgbClr val="1A1A1A"/>
                          </a:solidFill>
                        </a:rPr>
                        <a:t>Measurement through the day</a:t>
                      </a:r>
                    </a:p>
                  </a:txBody>
                  <a:tcPr marT="27432" marB="27432"/>
                </a:tc>
                <a:tc>
                  <a:txBody>
                    <a:bodyPr/>
                    <a:lstStyle/>
                    <a:p>
                      <a:r>
                        <a:rPr sz="900" b="0">
                          <a:solidFill>
                            <a:srgbClr val="1A1A1A"/>
                          </a:solidFill>
                        </a:rPr>
                        <a:t>A sensor, or a staff gauge in view</a:t>
                      </a:r>
                    </a:p>
                  </a:txBody>
                  <a:tcPr marT="27432" marB="27432"/>
                </a:tc>
              </a:tr>
              <a:tr h="310896">
                <a:tc>
                  <a:txBody>
                    <a:bodyPr/>
                    <a:lstStyle/>
                    <a:p>
                      <a:r>
                        <a:rPr sz="900" b="0">
                          <a:solidFill>
                            <a:srgbClr val="1A1A1A"/>
                          </a:solidFill>
                        </a:rPr>
                        <a:t>R2</a:t>
                      </a:r>
                    </a:p>
                  </a:txBody>
                  <a:tcPr marT="27432" marB="27432"/>
                </a:tc>
                <a:tc>
                  <a:txBody>
                    <a:bodyPr/>
                    <a:lstStyle/>
                    <a:p>
                      <a:r>
                        <a:rPr sz="900" b="0">
                          <a:solidFill>
                            <a:srgbClr val="1A1A1A"/>
                          </a:solidFill>
                        </a:rPr>
                        <a:t>Commission a professional survey first</a:t>
                      </a:r>
                    </a:p>
                  </a:txBody>
                  <a:tcPr marT="27432" marB="27432"/>
                </a:tc>
                <a:tc>
                  <a:txBody>
                    <a:bodyPr/>
                    <a:lstStyle/>
                    <a:p>
                      <a:r>
                        <a:rPr sz="900" b="0">
                          <a:solidFill>
                            <a:srgbClr val="1A1A1A"/>
                          </a:solidFill>
                        </a:rPr>
                        <a:t>The one input processing cannot recover</a:t>
                      </a:r>
                    </a:p>
                  </a:txBody>
                  <a:tcPr marT="27432" marB="27432"/>
                </a:tc>
                <a:tc>
                  <a:txBody>
                    <a:bodyPr/>
                    <a:lstStyle/>
                    <a:p>
                      <a:r>
                        <a:rPr sz="900" b="0">
                          <a:solidFill>
                            <a:srgbClr val="1A1A1A"/>
                          </a:solidFill>
                        </a:rPr>
                        <a:t>Rp 5–15 million per site</a:t>
                      </a:r>
                    </a:p>
                  </a:txBody>
                  <a:tcPr marT="27432" marB="27432"/>
                </a:tc>
              </a:tr>
              <a:tr h="310896">
                <a:tc>
                  <a:txBody>
                    <a:bodyPr/>
                    <a:lstStyle/>
                    <a:p>
                      <a:r>
                        <a:rPr sz="900" b="0">
                          <a:solidFill>
                            <a:srgbClr val="1A1A1A"/>
                          </a:solidFill>
                        </a:rPr>
                        <a:t>R3</a:t>
                      </a:r>
                    </a:p>
                  </a:txBody>
                  <a:tcPr marT="27432" marB="27432"/>
                </a:tc>
                <a:tc>
                  <a:txBody>
                    <a:bodyPr/>
                    <a:lstStyle/>
                    <a:p>
                      <a:r>
                        <a:rPr sz="900" b="0">
                          <a:solidFill>
                            <a:srgbClr val="1A1A1A"/>
                          </a:solidFill>
                        </a:rPr>
                        <a:t>Specify interfaces, not part numbers</a:t>
                      </a:r>
                    </a:p>
                  </a:txBody>
                  <a:tcPr marT="27432" marB="27432"/>
                </a:tc>
                <a:tc>
                  <a:txBody>
                    <a:bodyPr/>
                    <a:lstStyle/>
                    <a:p>
                      <a:r>
                        <a:rPr sz="900" b="0">
                          <a:solidFill>
                            <a:srgbClr val="1A1A1A"/>
                          </a:solidFill>
                        </a:rPr>
                        <a:t>Local procurement without referring back to us</a:t>
                      </a:r>
                    </a:p>
                  </a:txBody>
                  <a:tcPr marT="27432" marB="27432"/>
                </a:tc>
                <a:tc>
                  <a:txBody>
                    <a:bodyPr/>
                    <a:lstStyle/>
                    <a:p>
                      <a:r>
                        <a:rPr sz="900" b="0">
                          <a:solidFill>
                            <a:srgbClr val="1A1A1A"/>
                          </a:solidFill>
                        </a:rPr>
                        <a:t>Documentation only</a:t>
                      </a:r>
                    </a:p>
                  </a:txBody>
                  <a:tcPr marT="27432" marB="27432"/>
                </a:tc>
              </a:tr>
              <a:tr h="310896">
                <a:tc>
                  <a:txBody>
                    <a:bodyPr/>
                    <a:lstStyle/>
                    <a:p>
                      <a:r>
                        <a:rPr sz="900" b="0">
                          <a:solidFill>
                            <a:srgbClr val="1A1A1A"/>
                          </a:solidFill>
                        </a:rPr>
                        <a:t>R4</a:t>
                      </a:r>
                    </a:p>
                  </a:txBody>
                  <a:tcPr marT="27432" marB="27432"/>
                </a:tc>
                <a:tc>
                  <a:txBody>
                    <a:bodyPr/>
                    <a:lstStyle/>
                    <a:p>
                      <a:r>
                        <a:rPr sz="900" b="0">
                          <a:solidFill>
                            <a:srgbClr val="1A1A1A"/>
                          </a:solidFill>
                        </a:rPr>
                        <a:t>Health reporting and mode alarms as requirements</a:t>
                      </a:r>
                    </a:p>
                  </a:txBody>
                  <a:tcPr marT="27432" marB="27432"/>
                </a:tc>
                <a:tc>
                  <a:txBody>
                    <a:bodyPr/>
                    <a:lstStyle/>
                    <a:p>
                      <a:r>
                        <a:rPr sz="900" b="0">
                          <a:solidFill>
                            <a:srgbClr val="1A1A1A"/>
                          </a:solidFill>
                        </a:rPr>
                        <a:t>The station reports its own condition</a:t>
                      </a:r>
                    </a:p>
                  </a:txBody>
                  <a:tcPr marT="27432" marB="27432"/>
                </a:tc>
                <a:tc>
                  <a:txBody>
                    <a:bodyPr/>
                    <a:lstStyle/>
                    <a:p>
                      <a:r>
                        <a:rPr sz="900" b="0">
                          <a:solidFill>
                            <a:srgbClr val="1A1A1A"/>
                          </a:solidFill>
                        </a:rPr>
                        <a:t>Negligible</a:t>
                      </a:r>
                    </a:p>
                  </a:txBody>
                  <a:tcPr marT="27432" marB="27432"/>
                </a:tc>
              </a:tr>
              <a:tr h="310896">
                <a:tc>
                  <a:txBody>
                    <a:bodyPr/>
                    <a:lstStyle/>
                    <a:p>
                      <a:r>
                        <a:rPr sz="900" b="0">
                          <a:solidFill>
                            <a:srgbClr val="1A1A1A"/>
                          </a:solidFill>
                        </a:rPr>
                        <a:t>R5</a:t>
                      </a:r>
                    </a:p>
                  </a:txBody>
                  <a:tcPr marT="27432" marB="27432"/>
                </a:tc>
                <a:tc>
                  <a:txBody>
                    <a:bodyPr/>
                    <a:lstStyle/>
                    <a:p>
                      <a:r>
                        <a:rPr sz="900" b="0">
                          <a:solidFill>
                            <a:srgbClr val="1A1A1A"/>
                          </a:solidFill>
                        </a:rPr>
                        <a:t>Station sends diagnostics; no login required</a:t>
                      </a:r>
                    </a:p>
                  </a:txBody>
                  <a:tcPr marT="27432" marB="27432"/>
                </a:tc>
                <a:tc>
                  <a:txBody>
                    <a:bodyPr/>
                    <a:lstStyle/>
                    <a:p>
                      <a:r>
                        <a:rPr sz="900" b="0">
                          <a:solidFill>
                            <a:srgbClr val="1A1A1A"/>
                          </a:solidFill>
                        </a:rPr>
                        <a:t>Support inside a short waking period</a:t>
                      </a:r>
                    </a:p>
                  </a:txBody>
                  <a:tcPr marT="27432" marB="27432"/>
                </a:tc>
                <a:tc>
                  <a:txBody>
                    <a:bodyPr/>
                    <a:lstStyle/>
                    <a:p>
                      <a:r>
                        <a:rPr sz="900" b="0">
                          <a:solidFill>
                            <a:srgbClr val="1A1A1A"/>
                          </a:solidFill>
                        </a:rPr>
                        <a:t>Small</a:t>
                      </a:r>
                    </a:p>
                  </a:txBody>
                  <a:tcPr marT="27432" marB="27432"/>
                </a:tc>
              </a:tr>
              <a:tr h="310896">
                <a:tc>
                  <a:txBody>
                    <a:bodyPr/>
                    <a:lstStyle/>
                    <a:p>
                      <a:r>
                        <a:rPr sz="900" b="0">
                          <a:solidFill>
                            <a:srgbClr val="1A1A1A"/>
                          </a:solidFill>
                        </a:rPr>
                        <a:t>R6</a:t>
                      </a:r>
                    </a:p>
                  </a:txBody>
                  <a:tcPr marT="27432" marB="27432"/>
                </a:tc>
                <a:tc>
                  <a:txBody>
                    <a:bodyPr/>
                    <a:lstStyle/>
                    <a:p>
                      <a:r>
                        <a:rPr sz="900" b="0">
                          <a:solidFill>
                            <a:srgbClr val="1A1A1A"/>
                          </a:solidFill>
                        </a:rPr>
                        <a:t>Record voltage and current together</a:t>
                      </a:r>
                    </a:p>
                  </a:txBody>
                  <a:tcPr marT="27432" marB="27432"/>
                </a:tc>
                <a:tc>
                  <a:txBody>
                    <a:bodyPr/>
                    <a:lstStyle/>
                    <a:p>
                      <a:r>
                        <a:rPr sz="900" b="0">
                          <a:solidFill>
                            <a:srgbClr val="1A1A1A"/>
                          </a:solidFill>
                        </a:rPr>
                        <a:t>Separates a failing battery from a heavy load</a:t>
                      </a:r>
                    </a:p>
                  </a:txBody>
                  <a:tcPr marT="27432" marB="27432"/>
                </a:tc>
                <a:tc>
                  <a:txBody>
                    <a:bodyPr/>
                    <a:lstStyle/>
                    <a:p>
                      <a:r>
                        <a:rPr sz="900" b="0">
                          <a:solidFill>
                            <a:srgbClr val="1A1A1A"/>
                          </a:solidFill>
                        </a:rPr>
                        <a:t>A sensing module</a:t>
                      </a:r>
                    </a:p>
                  </a:txBody>
                  <a:tcPr marT="27432" marB="27432"/>
                </a:tc>
              </a:tr>
            </a:tbl>
          </a:graphicData>
        </a:graphic>
      </p:graphicFrame>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R7–R11</a:t>
            </a:r>
          </a:p>
        </p:txBody>
      </p:sp>
      <p:graphicFrame>
        <p:nvGraphicFramePr>
          <p:cNvPr id="3" name="Table 2"/>
          <p:cNvGraphicFramePr>
            <a:graphicFrameLocks noGrp="1"/>
          </p:cNvGraphicFramePr>
          <p:nvPr/>
        </p:nvGraphicFramePr>
        <p:xfrm>
          <a:off x="457200" y="1155065"/>
          <a:ext cx="8229600" cy="1865376"/>
        </p:xfrm>
        <a:graphic>
          <a:graphicData uri="http://schemas.openxmlformats.org/drawingml/2006/table">
            <a:tbl>
              <a:tblPr firstRow="1" bandRow="1">
                <a:tableStyleId>{5C22544A-7EE6-4342-B048-85BDC9FD1C3A}</a:tableStyleId>
              </a:tblPr>
              <a:tblGrid>
                <a:gridCol w="457200"/>
                <a:gridCol w="2590800"/>
                <a:gridCol w="2590800"/>
                <a:gridCol w="2590800"/>
              </a:tblGrid>
              <a:tr h="310896">
                <a:tc>
                  <a:txBody>
                    <a:bodyPr/>
                    <a:lstStyle/>
                    <a:p>
                      <a:r>
                        <a:rPr sz="1000" b="1">
                          <a:solidFill>
                            <a:srgbClr val="1A1A1A"/>
                          </a:solidFill>
                        </a:rPr>
                        <a:t>#</a:t>
                      </a:r>
                    </a:p>
                  </a:txBody>
                  <a:tcPr marT="27432" marB="27432"/>
                </a:tc>
                <a:tc>
                  <a:txBody>
                    <a:bodyPr/>
                    <a:lstStyle/>
                    <a:p>
                      <a:r>
                        <a:rPr sz="1000" b="1">
                          <a:solidFill>
                            <a:srgbClr val="1A1A1A"/>
                          </a:solidFill>
                        </a:rPr>
                        <a:t>Change</a:t>
                      </a:r>
                    </a:p>
                  </a:txBody>
                  <a:tcPr marT="27432" marB="27432"/>
                </a:tc>
                <a:tc>
                  <a:txBody>
                    <a:bodyPr/>
                    <a:lstStyle/>
                    <a:p>
                      <a:r>
                        <a:rPr sz="1000" b="1">
                          <a:solidFill>
                            <a:srgbClr val="1A1A1A"/>
                          </a:solidFill>
                        </a:rPr>
                        <a:t>What it buys</a:t>
                      </a:r>
                    </a:p>
                  </a:txBody>
                  <a:tcPr marT="27432" marB="27432"/>
                </a:tc>
                <a:tc>
                  <a:txBody>
                    <a:bodyPr/>
                    <a:lstStyle/>
                    <a:p>
                      <a:r>
                        <a:rPr sz="1000" b="1">
                          <a:solidFill>
                            <a:srgbClr val="1A1A1A"/>
                          </a:solidFill>
                        </a:rPr>
                        <a:t>Cost</a:t>
                      </a:r>
                    </a:p>
                  </a:txBody>
                  <a:tcPr marT="27432" marB="27432"/>
                </a:tc>
              </a:tr>
              <a:tr h="310896">
                <a:tc>
                  <a:txBody>
                    <a:bodyPr/>
                    <a:lstStyle/>
                    <a:p>
                      <a:r>
                        <a:rPr sz="900" b="0">
                          <a:solidFill>
                            <a:srgbClr val="1A1A1A"/>
                          </a:solidFill>
                        </a:rPr>
                        <a:t>R7</a:t>
                      </a:r>
                    </a:p>
                  </a:txBody>
                  <a:tcPr marT="27432" marB="27432"/>
                </a:tc>
                <a:tc>
                  <a:txBody>
                    <a:bodyPr/>
                    <a:lstStyle/>
                    <a:p>
                      <a:r>
                        <a:rPr sz="900" b="0">
                          <a:solidFill>
                            <a:srgbClr val="1A1A1A"/>
                          </a:solidFill>
                        </a:rPr>
                        <a:t>Compare recorded against received, automatically</a:t>
                      </a:r>
                    </a:p>
                  </a:txBody>
                  <a:tcPr marT="27432" marB="27432"/>
                </a:tc>
                <a:tc>
                  <a:txBody>
                    <a:bodyPr/>
                    <a:lstStyle/>
                    <a:p>
                      <a:r>
                        <a:rPr sz="900" b="0">
                          <a:solidFill>
                            <a:srgbClr val="1A1A1A"/>
                          </a:solidFill>
                        </a:rPr>
                        <a:t>Loss is noticed, not discovered later</a:t>
                      </a:r>
                    </a:p>
                  </a:txBody>
                  <a:tcPr marT="27432" marB="27432"/>
                </a:tc>
                <a:tc>
                  <a:txBody>
                    <a:bodyPr/>
                    <a:lstStyle/>
                    <a:p>
                      <a:r>
                        <a:rPr sz="900" b="0">
                          <a:solidFill>
                            <a:srgbClr val="1A1A1A"/>
                          </a:solidFill>
                        </a:rPr>
                        <a:t>Negligible</a:t>
                      </a:r>
                    </a:p>
                  </a:txBody>
                  <a:tcPr marT="27432" marB="27432"/>
                </a:tc>
              </a:tr>
              <a:tr h="310896">
                <a:tc>
                  <a:txBody>
                    <a:bodyPr/>
                    <a:lstStyle/>
                    <a:p>
                      <a:r>
                        <a:rPr sz="900" b="0">
                          <a:solidFill>
                            <a:srgbClr val="1A1A1A"/>
                          </a:solidFill>
                        </a:rPr>
                        <a:t>R8</a:t>
                      </a:r>
                    </a:p>
                  </a:txBody>
                  <a:tcPr marT="27432" marB="27432"/>
                </a:tc>
                <a:tc>
                  <a:txBody>
                    <a:bodyPr/>
                    <a:lstStyle/>
                    <a:p>
                      <a:r>
                        <a:rPr sz="900" b="0">
                          <a:solidFill>
                            <a:srgbClr val="1A1A1A"/>
                          </a:solidFill>
                        </a:rPr>
                        <a:t>Put the computer indoors</a:t>
                      </a:r>
                    </a:p>
                  </a:txBody>
                  <a:tcPr marT="27432" marB="27432"/>
                </a:tc>
                <a:tc>
                  <a:txBody>
                    <a:bodyPr/>
                    <a:lstStyle/>
                    <a:p>
                      <a:r>
                        <a:rPr sz="900" b="0">
                          <a:solidFill>
                            <a:srgbClr val="1A1A1A"/>
                          </a:solidFill>
                        </a:rPr>
                        <a:t>Removes it from heat, humidity, dust and travel</a:t>
                      </a:r>
                    </a:p>
                  </a:txBody>
                  <a:tcPr marT="27432" marB="27432"/>
                </a:tc>
                <a:tc>
                  <a:txBody>
                    <a:bodyPr/>
                    <a:lstStyle/>
                    <a:p>
                      <a:r>
                        <a:rPr sz="900" b="0">
                          <a:solidFill>
                            <a:srgbClr val="1A1A1A"/>
                          </a:solidFill>
                        </a:rPr>
                        <a:t>Designed, not yet field tested</a:t>
                      </a:r>
                    </a:p>
                  </a:txBody>
                  <a:tcPr marT="27432" marB="27432"/>
                </a:tc>
              </a:tr>
              <a:tr h="310896">
                <a:tc>
                  <a:txBody>
                    <a:bodyPr/>
                    <a:lstStyle/>
                    <a:p>
                      <a:r>
                        <a:rPr sz="900" b="0">
                          <a:solidFill>
                            <a:srgbClr val="1A1A1A"/>
                          </a:solidFill>
                        </a:rPr>
                        <a:t>R9</a:t>
                      </a:r>
                    </a:p>
                  </a:txBody>
                  <a:tcPr marT="27432" marB="27432"/>
                </a:tc>
                <a:tc>
                  <a:txBody>
                    <a:bodyPr/>
                    <a:lstStyle/>
                    <a:p>
                      <a:r>
                        <a:rPr sz="900" b="0">
                          <a:solidFill>
                            <a:srgbClr val="1A1A1A"/>
                          </a:solidFill>
                        </a:rPr>
                        <a:t>Budget per station; check the interface before buying</a:t>
                      </a:r>
                    </a:p>
                  </a:txBody>
                  <a:tcPr marT="27432" marB="27432"/>
                </a:tc>
                <a:tc>
                  <a:txBody>
                    <a:bodyPr/>
                    <a:lstStyle/>
                    <a:p>
                      <a:r>
                        <a:rPr sz="900" b="0">
                          <a:solidFill>
                            <a:srgbClr val="1A1A1A"/>
                          </a:solidFill>
                        </a:rPr>
                        <a:t>A network that stays affordable</a:t>
                      </a:r>
                    </a:p>
                  </a:txBody>
                  <a:tcPr marT="27432" marB="27432"/>
                </a:tc>
                <a:tc>
                  <a:txBody>
                    <a:bodyPr/>
                    <a:lstStyle/>
                    <a:p>
                      <a:r>
                        <a:rPr sz="900" b="0">
                          <a:solidFill>
                            <a:srgbClr val="1A1A1A"/>
                          </a:solidFill>
                        </a:rPr>
                        <a:t>Screening effort</a:t>
                      </a:r>
                    </a:p>
                  </a:txBody>
                  <a:tcPr marT="27432" marB="27432"/>
                </a:tc>
              </a:tr>
              <a:tr h="310896">
                <a:tc>
                  <a:txBody>
                    <a:bodyPr/>
                    <a:lstStyle/>
                    <a:p>
                      <a:r>
                        <a:rPr sz="900" b="0">
                          <a:solidFill>
                            <a:srgbClr val="1A1A1A"/>
                          </a:solidFill>
                        </a:rPr>
                        <a:t>R10</a:t>
                      </a:r>
                    </a:p>
                  </a:txBody>
                  <a:tcPr marT="27432" marB="27432"/>
                </a:tc>
                <a:tc>
                  <a:txBody>
                    <a:bodyPr/>
                    <a:lstStyle/>
                    <a:p>
                      <a:r>
                        <a:rPr sz="900" b="0">
                          <a:solidFill>
                            <a:srgbClr val="1A1A1A"/>
                          </a:solidFill>
                        </a:rPr>
                        <a:t>Use the computer's own clock where the site allows</a:t>
                      </a:r>
                    </a:p>
                  </a:txBody>
                  <a:tcPr marT="27432" marB="27432"/>
                </a:tc>
                <a:tc>
                  <a:txBody>
                    <a:bodyPr/>
                    <a:lstStyle/>
                    <a:p>
                      <a:r>
                        <a:rPr sz="900" b="0">
                          <a:solidFill>
                            <a:srgbClr val="1A1A1A"/>
                          </a:solidFill>
                        </a:rPr>
                        <a:t>One less board to fail</a:t>
                      </a:r>
                    </a:p>
                  </a:txBody>
                  <a:tcPr marT="27432" marB="27432"/>
                </a:tc>
                <a:tc>
                  <a:txBody>
                    <a:bodyPr/>
                    <a:lstStyle/>
                    <a:p>
                      <a:r>
                        <a:rPr sz="900" b="0">
                          <a:solidFill>
                            <a:srgbClr val="1A1A1A"/>
                          </a:solidFill>
                        </a:rPr>
                        <a:t>Saves about USD 50 per station</a:t>
                      </a:r>
                    </a:p>
                  </a:txBody>
                  <a:tcPr marT="27432" marB="27432"/>
                </a:tc>
              </a:tr>
              <a:tr h="310896">
                <a:tc>
                  <a:txBody>
                    <a:bodyPr/>
                    <a:lstStyle/>
                    <a:p>
                      <a:r>
                        <a:rPr sz="900" b="0">
                          <a:solidFill>
                            <a:srgbClr val="1A1A1A"/>
                          </a:solidFill>
                        </a:rPr>
                        <a:t>R11</a:t>
                      </a:r>
                    </a:p>
                  </a:txBody>
                  <a:tcPr marT="27432" marB="27432"/>
                </a:tc>
                <a:tc>
                  <a:txBody>
                    <a:bodyPr/>
                    <a:lstStyle/>
                    <a:p>
                      <a:r>
                        <a:rPr sz="900" b="0">
                          <a:solidFill>
                            <a:srgbClr val="1A1A1A"/>
                          </a:solidFill>
                        </a:rPr>
                        <a:t>Build on mains and leave it running, where continuous reporting is wanted</a:t>
                      </a:r>
                    </a:p>
                  </a:txBody>
                  <a:tcPr marT="27432" marB="27432"/>
                </a:tc>
                <a:tc>
                  <a:txBody>
                    <a:bodyPr/>
                    <a:lstStyle/>
                    <a:p>
                      <a:r>
                        <a:rPr sz="900" b="0">
                          <a:solidFill>
                            <a:srgbClr val="1A1A1A"/>
                          </a:solidFill>
                        </a:rPr>
                        <a:t>Removes most of the gaps above</a:t>
                      </a:r>
                    </a:p>
                  </a:txBody>
                  <a:tcPr marT="27432" marB="27432"/>
                </a:tc>
                <a:tc>
                  <a:txBody>
                    <a:bodyPr/>
                    <a:lstStyle/>
                    <a:p>
                      <a:r>
                        <a:rPr sz="900" b="0">
                          <a:solidFill>
                            <a:srgbClr val="1A1A1A"/>
                          </a:solidFill>
                        </a:rPr>
                        <a:t>No solar array to buy; constrains siting</a:t>
                      </a:r>
                    </a:p>
                  </a:txBody>
                  <a:tcPr marT="27432" marB="27432"/>
                </a:tc>
              </a:tr>
            </a:tbl>
          </a:graphicData>
        </a:graphic>
      </p:graphicFrame>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1800">
                <a:solidFill>
                  <a:srgbClr val="1A1A1A"/>
                </a:solidFill>
              </a:rPr>
              <a:t>R8 — the least proven change, and possibly the most useful</a:t>
            </a:r>
          </a:p>
        </p:txBody>
      </p:sp>
      <p:pic>
        <p:nvPicPr>
          <p:cNvPr id="3" name="Picture 2" descr="Side-by-side comparison. On the left, the arrangement as built: camera, computer, modem and power system all in an enclosure at the riverbank, so all of it is in the weather and service means opening the enclosure on site. On the right, the arrangement proposed for the pilot units: only the camera stays at the river and the computer runs indoors at a BHLK or IPB facility over a network link."/>
          <p:cNvPicPr>
            <a:picLocks noChangeAspect="1"/>
          </p:cNvPicPr>
          <p:nvPr/>
        </p:nvPicPr>
        <p:blipFill>
          <a:blip r:embed="rId2"/>
          <a:stretch>
            <a:fillRect/>
          </a:stretch>
        </p:blipFill>
        <p:spPr>
          <a:xfrm>
            <a:off x="1929392" y="919607"/>
            <a:ext cx="5285215" cy="3071749"/>
          </a:xfrm>
          <a:prstGeom prst="rect">
            <a:avLst/>
          </a:prstGeom>
        </p:spPr>
      </p:pic>
      <p:sp>
        <p:nvSpPr>
          <p:cNvPr id="4" name="TextBox 3"/>
          <p:cNvSpPr txBox="1"/>
          <p:nvPr/>
        </p:nvSpPr>
        <p:spPr>
          <a:xfrm>
            <a:off x="457200" y="3991356"/>
            <a:ext cx="8229600" cy="420624"/>
          </a:xfrm>
          <a:prstGeom prst="rect">
            <a:avLst/>
          </a:prstGeom>
          <a:noFill/>
        </p:spPr>
        <p:txBody>
          <a:bodyPr wrap="square">
            <a:spAutoFit/>
          </a:bodyPr>
          <a:lstStyle/>
          <a:p>
            <a:pPr/>
            <a:r>
              <a:rPr sz="1000">
                <a:solidFill>
                  <a:srgbClr val="6B6A66"/>
                </a:solidFill>
              </a:rPr>
              <a:t>Designed and not yet field tested — the pilot's first experiment, not a proven alternative.</a:t>
            </a:r>
          </a:p>
        </p:txBody>
      </p:sp>
      <p:sp>
        <p:nvSpPr>
          <p:cNvPr id="5" name="TextBox 4"/>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6" name="TextBox 5"/>
          <p:cNvSpPr txBox="1"/>
          <p:nvPr/>
        </p:nvSpPr>
        <p:spPr>
          <a:xfrm>
            <a:off x="6553200" y="4667250"/>
            <a:ext cx="2133600" cy="274638"/>
          </a:xfrm>
          <a:prstGeom prst="rect">
            <a:avLst/>
          </a:prstGeom>
          <a:noFill/>
        </p:spPr>
        <p:txBody>
          <a:bodyPr wrap="square">
            <a:spAutoFit/>
          </a:bodyPr>
          <a:lstStyle/>
          <a:p>
            <a:pPr algn="r"/>
            <a:r>
              <a:rPr sz="800">
                <a:solidFill>
                  <a:srgbClr val="6B6A66"/>
                </a:solidFill>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One lesson about method</a:t>
            </a:r>
          </a:p>
        </p:txBody>
      </p:sp>
      <p:sp>
        <p:nvSpPr>
          <p:cNvPr id="3" name="Text Placeholder 2"/>
          <p:cNvSpPr>
            <a:spLocks noGrp="1"/>
          </p:cNvSpPr>
          <p:nvPr>
            <p:ph type="body" idx="12" sz="quarter"/>
          </p:nvPr>
        </p:nvSpPr>
        <p:spPr>
          <a:xfrm>
            <a:off x="457200" y="1155065"/>
            <a:ext cx="4773168" cy="3256915"/>
          </a:xfrm>
        </p:spPr>
        <p:txBody>
          <a:bodyPr wrap="square"/>
          <a:lstStyle/>
          <a:p>
            <a:pPr/>
            <a:r>
              <a:rPr sz="1200">
                <a:solidFill>
                  <a:srgbClr val="1A1A1A"/>
                </a:solidFill>
              </a:rPr>
              <a:t>The budget was applied part by part: the cheapest item meeting each requirement.</a:t>
            </a:r>
          </a:p>
          <a:p>
            <a:pPr/>
            <a:r>
              <a:rPr sz="1200">
                <a:solidFill>
                  <a:srgbClr val="1A1A1A"/>
                </a:solidFill>
              </a:rPr>
              <a:t>It prices each part against its specification sheet, not against what that part's limits cost the rest of the system.</a:t>
            </a:r>
          </a:p>
          <a:p>
            <a:pPr/>
            <a:r>
              <a:rPr sz="1200">
                <a:solidFill>
                  <a:srgbClr val="1A1A1A"/>
                </a:solidFill>
              </a:rPr>
              <a:t>The camera meets every line of its specification, and still costs a fifth of the video quality and 30–60 s of battery on every waking.</a:t>
            </a:r>
          </a:p>
          <a:p>
            <a:pPr/>
            <a:r>
              <a:rPr sz="1200">
                <a:solidFill>
                  <a:srgbClr val="1A1A1A"/>
                </a:solidFill>
              </a:rPr>
              <a:t>Its light fires whenever it starts and cannot be turned off — 48 flashes a day at the present site.</a:t>
            </a:r>
          </a:p>
        </p:txBody>
      </p:sp>
      <p:pic>
        <p:nvPicPr>
          <p:cNvPr id="4" name="Picture 3" descr="The camera as delivered, on a workbench mat with its mounting hardware, waterproof cable boot and printed manual."/>
          <p:cNvPicPr>
            <a:picLocks noChangeAspect="1"/>
          </p:cNvPicPr>
          <p:nvPr/>
        </p:nvPicPr>
        <p:blipFill>
          <a:blip r:embed="rId2"/>
          <a:stretch>
            <a:fillRect/>
          </a:stretch>
        </p:blipFill>
        <p:spPr>
          <a:xfrm>
            <a:off x="5458968" y="1298765"/>
            <a:ext cx="3227832" cy="2420874"/>
          </a:xfrm>
          <a:prstGeom prst="rect">
            <a:avLst/>
          </a:prstGeom>
        </p:spPr>
      </p:pic>
      <p:sp>
        <p:nvSpPr>
          <p:cNvPr id="5" name="TextBox 4"/>
          <p:cNvSpPr txBox="1"/>
          <p:nvPr/>
        </p:nvSpPr>
        <p:spPr>
          <a:xfrm>
            <a:off x="5458968" y="3863340"/>
            <a:ext cx="3227832" cy="548640"/>
          </a:xfrm>
          <a:prstGeom prst="rect">
            <a:avLst/>
          </a:prstGeom>
          <a:noFill/>
        </p:spPr>
        <p:txBody>
          <a:bodyPr wrap="square">
            <a:spAutoFit/>
          </a:bodyPr>
          <a:lstStyle/>
          <a:p>
            <a:pPr/>
            <a:r>
              <a:rPr sz="950">
                <a:solidFill>
                  <a:srgbClr val="42413E"/>
                </a:solidFill>
              </a:rPr>
              <a:t>Capable hardware, running a reseller's version of the manufacturer's software.</a:t>
            </a:r>
          </a:p>
        </p:txBody>
      </p:sp>
      <p:sp>
        <p:nvSpPr>
          <p:cNvPr id="6" name="TextBox 5"/>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7" name="TextBox 6"/>
          <p:cNvSpPr txBox="1"/>
          <p:nvPr/>
        </p:nvSpPr>
        <p:spPr>
          <a:xfrm>
            <a:off x="6553200" y="4667250"/>
            <a:ext cx="2133600" cy="274638"/>
          </a:xfrm>
          <a:prstGeom prst="rect">
            <a:avLst/>
          </a:prstGeom>
          <a:noFill/>
        </p:spPr>
        <p:txBody>
          <a:bodyPr wrap="square">
            <a:spAutoFit/>
          </a:bodyPr>
          <a:lstStyle/>
          <a:p>
            <a:pPr algn="r"/>
            <a:r>
              <a:rPr sz="800">
                <a:solidFill>
                  <a:srgbClr val="6B6A66"/>
                </a:solidFill>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Building and looking after the units in Indonesia</a:t>
            </a:r>
          </a:p>
        </p:txBody>
      </p:sp>
      <p:sp>
        <p:nvSpPr>
          <p:cNvPr id="3" name="Text Placeholder 2"/>
          <p:cNvSpPr>
            <a:spLocks noGrp="1"/>
          </p:cNvSpPr>
          <p:nvPr>
            <p:ph type="body" idx="12" sz="quarter"/>
          </p:nvPr>
        </p:nvSpPr>
        <p:spPr/>
        <p:txBody>
          <a:bodyPr wrap="square"/>
          <a:lstStyle/>
          <a:p>
            <a:pPr/>
            <a:r>
              <a:rPr sz="1400">
                <a:solidFill>
                  <a:srgbClr val="1A1A1A"/>
                </a:solidFill>
              </a:rPr>
              <a:t>The design was made to be built by people who are not electronics specialists, with tools they already own.</a:t>
            </a:r>
          </a:p>
          <a:p>
            <a:pPr/>
            <a:r>
              <a:rPr sz="1400">
                <a:solidFill>
                  <a:srgbClr val="1A1A1A"/>
                </a:solidFill>
              </a:rPr>
              <a:t>That intent only becomes real if the parts can be bought locally and the documentation supports substitution — R3.</a:t>
            </a:r>
          </a:p>
          <a:p>
            <a:pPr/>
            <a:r>
              <a:rPr sz="1400">
                <a:solidFill>
                  <a:srgbClr val="1A1A1A"/>
                </a:solidFill>
              </a:rPr>
              <a:t>Spares held at the local PMI chapter turn a failure into a part swap rather than a shipment.</a:t>
            </a:r>
          </a:p>
          <a:p>
            <a:pPr/>
            <a:r>
              <a:rPr sz="1400">
                <a:solidFill>
                  <a:srgbClr val="1A1A1A"/>
                </a:solidFill>
              </a:rPr>
              <a:t>Where the field unit is a standard security camera, support falls within a supply chain that already exists across Indonesia.</a:t>
            </a:r>
          </a:p>
          <a:p>
            <a:pPr/>
            <a:r>
              <a:rPr sz="1400">
                <a:solidFill>
                  <a:srgbClr val="1A1A1A"/>
                </a:solidFill>
              </a:rPr>
              <a:t>We would rather help build the capacity to maintain these stations than remain the place they are sent when they break.</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Hosting the data in Indonesia</a:t>
            </a:r>
          </a:p>
        </p:txBody>
      </p:sp>
      <p:sp>
        <p:nvSpPr>
          <p:cNvPr id="3" name="Text Placeholder 2"/>
          <p:cNvSpPr>
            <a:spLocks noGrp="1"/>
          </p:cNvSpPr>
          <p:nvPr>
            <p:ph type="body" idx="12" sz="quarter"/>
          </p:nvPr>
        </p:nvSpPr>
        <p:spPr/>
        <p:txBody>
          <a:bodyPr wrap="square"/>
          <a:lstStyle/>
          <a:p>
            <a:pPr/>
            <a:r>
              <a:rPr sz="1400">
                <a:solidFill>
                  <a:srgbClr val="1A1A1A"/>
                </a:solidFill>
              </a:rPr>
              <a:t>BHLK's offer suits the pilot, and holding the data in Indonesia carries a clear benefit for a government-partnered deployment.</a:t>
            </a:r>
          </a:p>
          <a:p>
            <a:pPr/>
            <a:r>
              <a:rPr sz="1400">
                <a:solidFill>
                  <a:srgbClr val="1A1A1A"/>
                </a:solidFill>
              </a:rPr>
              <a:t>Two constraints to design for rather than discover:</a:t>
            </a:r>
          </a:p>
          <a:p>
            <a:pPr lvl="1"/>
            <a:r>
              <a:rPr sz="1250">
                <a:solidFill>
                  <a:srgbClr val="6B6A66"/>
                </a:solidFill>
              </a:rPr>
              <a:t>The video store and the database must share one filesystem. Plan storage as a single volume.</a:t>
            </a:r>
          </a:p>
          <a:p>
            <a:pPr lvl="1"/>
            <a:r>
              <a:rPr sz="1250">
                <a:solidFill>
                  <a:srgbClr val="6B6A66"/>
                </a:solidFill>
              </a:rPr>
              <a:t>Server and station software versions are tied together, and a remote station cannot be upgraded on demand.</a:t>
            </a:r>
          </a:p>
          <a:p>
            <a:pPr/>
            <a:r>
              <a:rPr sz="1400">
                <a:solidFill>
                  <a:srgbClr val="1A1A1A"/>
                </a:solidFill>
              </a:rPr>
              <a:t>We would suggest running both instances in parallel until the new one has completed a full operating cycle, including an upgrade.</a:t>
            </a:r>
          </a:p>
          <a:p>
            <a:pPr/>
            <a:r>
              <a:rPr sz="1400">
                <a:solidFill>
                  <a:srgbClr val="1A1A1A"/>
                </a:solidFill>
              </a:rPr>
              <a:t>Worth agreeing in writing: where the authoritative copy sits, who administers it, who has access, and the retention policy.</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Choosing the sites</a:t>
            </a:r>
          </a:p>
        </p:txBody>
      </p:sp>
      <p:sp>
        <p:nvSpPr>
          <p:cNvPr id="3" name="Text Placeholder 2"/>
          <p:cNvSpPr>
            <a:spLocks noGrp="1"/>
          </p:cNvSpPr>
          <p:nvPr>
            <p:ph type="body" idx="12" sz="quarter"/>
          </p:nvPr>
        </p:nvSpPr>
        <p:spPr/>
        <p:txBody>
          <a:bodyPr wrap="square"/>
          <a:lstStyle/>
          <a:p>
            <a:pPr/>
            <a:r>
              <a:rPr sz="1250">
                <a:solidFill>
                  <a:srgbClr val="1A1A1A"/>
                </a:solidFill>
              </a:rPr>
              <a:t>An open site helps with three problems at once: satellite positioning, the sun-water-camera angle, and the view across the section.</a:t>
            </a:r>
          </a:p>
          <a:p>
            <a:pPr/>
            <a:r>
              <a:rPr sz="1250">
                <a:solidFill>
                  <a:srgbClr val="1A1A1A"/>
                </a:solidFill>
              </a:rPr>
              <a:t>A move costs a fresh survey and a fresh calibration, not only a relocation. The survey is the expensive part.</a:t>
            </a:r>
          </a:p>
          <a:p>
            <a:pPr/>
            <a:r>
              <a:rPr sz="1250">
                <a:solidFill>
                  <a:srgbClr val="1A1A1A"/>
                </a:solidFill>
              </a:rPr>
              <a:t>Site permission should be settled before a unit is built for a particular site.</a:t>
            </a:r>
          </a:p>
          <a:p>
            <a:pPr lvl="1"/>
            <a:r>
              <a:rPr sz="1100">
                <a:solidFill>
                  <a:srgbClr val="6B6A66"/>
                </a:solidFill>
              </a:rPr>
              <a:t>A complete station was built and tested for an intended Jakarta site. Permission fell through during the April visit.</a:t>
            </a:r>
          </a:p>
          <a:p>
            <a:pPr/>
            <a:r>
              <a:rPr sz="1250">
                <a:solidFill>
                  <a:srgbClr val="1A1A1A"/>
                </a:solidFill>
              </a:rPr>
              <a:t>That station is still available. We suggest it serves best as a study and test unit.</a:t>
            </a:r>
          </a:p>
          <a:p>
            <a:pPr lvl="1"/>
            <a:r>
              <a:rPr sz="1100">
                <a:solidFill>
                  <a:srgbClr val="6B6A66"/>
                </a:solidFill>
              </a:rPr>
              <a:t>Open it, trace it, power it up, take it apart — and install it somewhere convenient and local if that is useful, so it can be exercised against real water.</a:t>
            </a:r>
          </a:p>
          <a:p>
            <a:pPr lvl="1"/>
            <a:r>
              <a:rPr sz="1100">
                <a:solidFill>
                  <a:srgbClr val="6B6A66"/>
                </a:solidFill>
              </a:rPr>
              <a:t>Not as an operational station with expectations of availability and consistent data. It carries the design this briefing recommends changing.</a:t>
            </a:r>
          </a:p>
          <a:p>
            <a:pPr/>
            <a:r>
              <a:rPr sz="1250">
                <a:solidFill>
                  <a:srgbClr val="1A1A1A"/>
                </a:solidFill>
              </a:rPr>
              <a:t>We would not build to a site again before you tell us the permission is in place.</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Working together</a:t>
            </a:r>
          </a:p>
        </p:txBody>
      </p:sp>
      <p:sp>
        <p:nvSpPr>
          <p:cNvPr id="3" name="Text Placeholder 2"/>
          <p:cNvSpPr>
            <a:spLocks noGrp="1"/>
          </p:cNvSpPr>
          <p:nvPr>
            <p:ph type="body" idx="12" sz="quarter"/>
          </p:nvPr>
        </p:nvSpPr>
        <p:spPr/>
        <p:txBody>
          <a:bodyPr wrap="square"/>
          <a:lstStyle/>
          <a:p>
            <a:pPr/>
            <a:r>
              <a:rPr sz="1400">
                <a:solidFill>
                  <a:srgbClr val="1A1A1A"/>
                </a:solidFill>
              </a:rPr>
              <a:t>BHLK — data processing, conformance with standards, and the route to acceptance within PUPR data systems. Offers server capacity.</a:t>
            </a:r>
          </a:p>
          <a:p>
            <a:pPr/>
            <a:r>
              <a:rPr sz="1400">
                <a:solidFill>
                  <a:srgbClr val="1A1A1A"/>
                </a:solidFill>
              </a:rPr>
              <a:t>IPB — design, calibration methodology, training material, and the development path for future sensor types.</a:t>
            </a:r>
          </a:p>
          <a:p>
            <a:pPr/>
            <a:r>
              <a:rPr sz="1400">
                <a:solidFill>
                  <a:srgbClr val="1A1A1A"/>
                </a:solidFill>
              </a:rPr>
              <a:t>PMI — user of the information, and the operational side: installation, maintenance, siting, response, and spares.</a:t>
            </a:r>
          </a:p>
          <a:p>
            <a:pPr/>
            <a:r>
              <a:rPr sz="1400">
                <a:solidFill>
                  <a:srgbClr val="1A1A1A"/>
                </a:solidFill>
              </a:rPr>
              <a:t>Offered for your consideration: write the split into the collaboration agreement so it survives staff changes, and keep a light joint forum for what does not sort into one role.</a:t>
            </a:r>
          </a:p>
          <a:p>
            <a:pPr/>
            <a:r>
              <a:rPr sz="1400">
                <a:solidFill>
                  <a:srgbClr val="1A1A1A"/>
                </a:solidFill>
              </a:rPr>
              <a:t>The commitments this implies for PMI have not been discussed with PMI National Headquarters.</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Questions for consideration</a:t>
            </a:r>
          </a:p>
        </p:txBody>
      </p:sp>
      <p:sp>
        <p:nvSpPr>
          <p:cNvPr id="3" name="Text Placeholder 2"/>
          <p:cNvSpPr>
            <a:spLocks noGrp="1"/>
          </p:cNvSpPr>
          <p:nvPr>
            <p:ph type="body" idx="12" sz="quarter"/>
          </p:nvPr>
        </p:nvSpPr>
        <p:spPr/>
        <p:txBody>
          <a:bodyPr wrap="square"/>
          <a:lstStyle/>
          <a:p>
            <a:pPr/>
            <a:r>
              <a:rPr sz="1400">
                <a:solidFill>
                  <a:srgbClr val="1A1A1A"/>
                </a:solidFill>
              </a:rPr>
              <a:t>Who should hold the Jakarta station as a study and test unit? It was to transfer to IPB for deployment. Whether IPB or BHLK is better placed to hold it is for the two of you.</a:t>
            </a:r>
          </a:p>
          <a:p>
            <a:pPr/>
            <a:r>
              <a:rPr sz="1400">
                <a:solidFill>
                  <a:srgbClr val="1A1A1A"/>
                </a:solidFill>
              </a:rPr>
              <a:t>Can a staff gauge be read from the camera image accurately enough? If it can, R1 needs no separate sensor.</a:t>
            </a:r>
          </a:p>
          <a:p>
            <a:pPr/>
            <a:r>
              <a:rPr sz="1400">
                <a:solidFill>
                  <a:srgbClr val="1A1A1A"/>
                </a:solidFill>
              </a:rPr>
              <a:t>Two of the thirteen interruptions remain unexplained.</a:t>
            </a:r>
          </a:p>
          <a:p>
            <a:pPr/>
            <a:r>
              <a:rPr sz="1400">
                <a:solidFill>
                  <a:srgbClr val="1A1A1A"/>
                </a:solidFill>
              </a:rPr>
              <a:t>Does the recovery-voltage threshold bound how long an interruption lasts, or hold the station off?</a:t>
            </a:r>
          </a:p>
          <a:p>
            <a:pPr/>
            <a:r>
              <a:rPr sz="1400">
                <a:solidFill>
                  <a:srgbClr val="1A1A1A"/>
                </a:solidFill>
              </a:rPr>
              <a:t>How does the velocity measurement perform across the surface conditions the pilot sites present?</a:t>
            </a:r>
          </a:p>
          <a:p>
            <a:pPr/>
            <a:r>
              <a:rPr sz="1400">
                <a:solidFill>
                  <a:srgbClr val="1A1A1A"/>
                </a:solidFill>
              </a:rPr>
              <a:t>Absolute discharge accuracy at Sukabumi, unresolved pending the survey.</a:t>
            </a:r>
          </a:p>
          <a:p>
            <a:pPr/>
            <a:r>
              <a:rPr sz="1400">
                <a:solidFill>
                  <a:srgbClr val="1A1A1A"/>
                </a:solidFill>
              </a:rPr>
              <a:t>We expect your work to change some of what is written here. That is the point of handing it over rather than handing it down.</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r>
              <a:rPr sz="2000">
                <a:solidFill>
                  <a:srgbClr val="1A1A1A"/>
                </a:solidFill>
              </a:rPr>
              <a:t>What we can offer from here</a:t>
            </a:r>
          </a:p>
        </p:txBody>
      </p:sp>
      <p:sp>
        <p:nvSpPr>
          <p:cNvPr id="3" name="Text Placeholder 2"/>
          <p:cNvSpPr>
            <a:spLocks noGrp="1"/>
          </p:cNvSpPr>
          <p:nvPr>
            <p:ph type="body" idx="12" sz="quarter"/>
          </p:nvPr>
        </p:nvSpPr>
        <p:spPr/>
        <p:txBody>
          <a:bodyPr wrap="square"/>
          <a:lstStyle/>
          <a:p>
            <a:pPr/>
            <a:r>
              <a:rPr sz="1400">
                <a:solidFill>
                  <a:srgbClr val="1A1A1A"/>
                </a:solidFill>
              </a:rPr>
              <a:t>We are not proposing to build your stations.</a:t>
            </a:r>
          </a:p>
          <a:p>
            <a:pPr/>
            <a:r>
              <a:rPr sz="1400">
                <a:solidFill>
                  <a:srgbClr val="1A1A1A"/>
                </a:solidFill>
              </a:rPr>
              <a:t>What we can offer is the record: this briefing and its report, the appendix, the operator and assembly documentation in English and Bahasa Indonesia, the software, and the built station at Wisma PMI to take apart.</a:t>
            </a:r>
          </a:p>
          <a:p>
            <a:pPr/>
            <a:r>
              <a:rPr sz="1400">
                <a:solidFill>
                  <a:srgbClr val="1A1A1A"/>
                </a:solidFill>
              </a:rPr>
              <a:t>Beyond that, whatever is useful — reviewing a design, answering a question about something that surprised us, looking at data that does not behave.</a:t>
            </a:r>
          </a:p>
          <a:p>
            <a:pPr/>
            <a:r>
              <a:rPr sz="1400">
                <a:solidFill>
                  <a:srgbClr val="1A1A1A"/>
                </a:solidFill>
              </a:rPr>
              <a:t>Sukabumi will keep running, and we will keep reporting what it does, including the parts that go wrong.</a:t>
            </a:r>
          </a:p>
          <a:p>
            <a:pPr/>
            <a:r>
              <a:rPr sz="1400">
                <a:solidFill>
                  <a:srgbClr val="1A1A1A"/>
                </a:solidFill>
              </a:rPr>
              <a:t>The pilot found the problems while they were still cheap, and it introduced three organisations to one another. The next station in this story should be one you designed.</a:t>
            </a:r>
          </a:p>
        </p:txBody>
      </p:sp>
      <p:sp>
        <p:nvSpPr>
          <p:cNvPr id="4" name="TextBox 3"/>
          <p:cNvSpPr txBox="1"/>
          <p:nvPr/>
        </p:nvSpPr>
        <p:spPr>
          <a:xfrm>
            <a:off x="3124200" y="4667250"/>
            <a:ext cx="2895600" cy="274638"/>
          </a:xfrm>
          <a:prstGeom prst="rect">
            <a:avLst/>
          </a:prstGeom>
          <a:noFill/>
        </p:spPr>
        <p:txBody>
          <a:bodyPr wrap="square">
            <a:spAutoFit/>
          </a:bodyPr>
          <a:lstStyle/>
          <a:p>
            <a:pPr algn="ctr"/>
            <a:r>
              <a:rPr sz="800">
                <a:solidFill>
                  <a:srgbClr val="6B6A66"/>
                </a:solidFill>
              </a:rPr>
              <a:t>ORC Indonesia — PMI · IPB · BHLK · American Red Cross</a:t>
            </a:r>
          </a:p>
        </p:txBody>
      </p:sp>
      <p:sp>
        <p:nvSpPr>
          <p:cNvPr id="5" name="TextBox 4"/>
          <p:cNvSpPr txBox="1"/>
          <p:nvPr/>
        </p:nvSpPr>
        <p:spPr>
          <a:xfrm>
            <a:off x="6553200" y="4667250"/>
            <a:ext cx="2133600" cy="274638"/>
          </a:xfrm>
          <a:prstGeom prst="rect">
            <a:avLst/>
          </a:prstGeom>
          <a:noFill/>
        </p:spPr>
        <p:txBody>
          <a:bodyPr wrap="square">
            <a:spAutoFit/>
          </a:bodyPr>
          <a:lstStyle/>
          <a:p>
            <a:pPr algn="r"/>
            <a:r>
              <a:rPr sz="800">
                <a:solidFill>
                  <a:srgbClr val="6B6A66"/>
                </a:solidFill>
              </a:rPr>
              <a:t>21 / 21</a:t>
            </a:r>
          </a:p>
        </p:txBody>
      </p:sp>
    </p:spTree>
  </p:cSld>
  <p:clrMapOvr>
    <a:masterClrMapping/>
  </p:clrMapOvr>
</p:sld>
</file>

<file path=ppt/theme/theme1.xml><?xml version="1.0" encoding="utf-8"?>
<a:theme xmlns:a="http://schemas.openxmlformats.org/drawingml/2006/main" name="Red Cross Theme">
  <a:themeElements>
    <a:clrScheme name="Custom 11">
      <a:dk1>
        <a:srgbClr val="000000"/>
      </a:dk1>
      <a:lt1>
        <a:srgbClr val="FFFFFF"/>
      </a:lt1>
      <a:dk2>
        <a:srgbClr val="000000"/>
      </a:dk2>
      <a:lt2>
        <a:srgbClr val="F8F8F8"/>
      </a:lt2>
      <a:accent1>
        <a:srgbClr val="E21224"/>
      </a:accent1>
      <a:accent2>
        <a:srgbClr val="B2B2B2"/>
      </a:accent2>
      <a:accent3>
        <a:srgbClr val="969696"/>
      </a:accent3>
      <a:accent4>
        <a:srgbClr val="808080"/>
      </a:accent4>
      <a:accent5>
        <a:srgbClr val="5F5F5F"/>
      </a:accent5>
      <a:accent6>
        <a:srgbClr val="3C3E3E"/>
      </a:accent6>
      <a:hlink>
        <a:srgbClr val="1973B1"/>
      </a:hlink>
      <a:folHlink>
        <a:srgbClr val="3D56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Theme.thmx</Template>
  <TotalTime>80</TotalTime>
  <Words>1</Words>
  <Application>Microsoft Macintosh PowerPoint</Application>
  <PresentationFormat>On-screen Show (16:9)</PresentationFormat>
  <Paragraphs>1</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Georgia</vt:lpstr>
      <vt:lpstr>Wingdings</vt:lpstr>
      <vt:lpstr>Red Cross Theme</vt:lpstr>
      <vt:lpstr>PowerPoint Presentation</vt:lpstr>
      <vt:lpstr>PowerPoint Presentation</vt:lpstr>
    </vt:vector>
  </TitlesOfParts>
  <Manager/>
  <Company>American Red Cross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
  <cp:lastModifiedBy>Walsh, Allison</cp:lastModifiedBy>
  <cp:revision>39</cp:revision>
  <dcterms:created xsi:type="dcterms:W3CDTF">2012-02-24T16:35:29Z</dcterms:created>
  <dcterms:modified xsi:type="dcterms:W3CDTF">2025-07-01T16:11:58Z</dcterms:modified>
  <cp:category/>
</cp:coreProperties>
</file>